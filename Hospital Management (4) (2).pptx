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8288000" cy="10287000"/>
  <p:notesSz cx="6858000" cy="9144000"/>
  <p:embeddedFontLst>
    <p:embeddedFont>
      <p:font typeface="PT Serif" charset="0"/>
      <p:regular r:id="rId14"/>
    </p:embeddedFont>
    <p:embeddedFont>
      <p:font typeface="DM Sans" charset="0"/>
      <p:regular r:id="rId15"/>
    </p:embeddedFont>
    <p:embeddedFont>
      <p:font typeface="PT Serif Bold" charset="0"/>
      <p:regular r:id="rId16"/>
    </p:embeddedFont>
    <p:embeddedFont>
      <p:font typeface="Calibri (MS)" charset="0"/>
      <p:regular r:id="rId17"/>
    </p:embeddedFont>
    <p:embeddedFont>
      <p:font typeface="Calibri" pitchFamily="34" charset="0"/>
      <p:regular r:id="rId18"/>
      <p:bold r:id="rId19"/>
      <p:italic r:id="rId20"/>
      <p:boldItalic r:id="rId21"/>
    </p:embeddedFont>
    <p:embeddedFont>
      <p:font typeface="DM Sans Bold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-1476" y="-4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8.svg"/><Relationship Id="rId4" Type="http://schemas.openxmlformats.org/officeDocument/2006/relationships/image" Target="../media/image5.png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86911" y="2661277"/>
            <a:ext cx="8125700" cy="1895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0"/>
              </a:lnSpc>
            </a:pPr>
            <a:r>
              <a:rPr lang="en-US" sz="6061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  Online Healthcare Management System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66914" y="5788526"/>
            <a:ext cx="74319" cy="60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68327" y="5095875"/>
            <a:ext cx="10562868" cy="4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28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Revolutionising</a:t>
            </a:r>
            <a:r>
              <a:rPr lang="en-US" sz="28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healthcare</a:t>
            </a:r>
            <a:r>
              <a:rPr lang="en-US" sz="28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through</a:t>
            </a:r>
            <a:r>
              <a:rPr lang="en-US" sz="28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seamless</a:t>
            </a:r>
            <a:r>
              <a:rPr lang="en-US" sz="28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digital</a:t>
            </a:r>
            <a:r>
              <a:rPr lang="en-US" sz="28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integration.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3312" y="6926605"/>
            <a:ext cx="4333599" cy="233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4"/>
              </a:lnSpc>
            </a:pPr>
            <a:r>
              <a:rPr lang="en-US" sz="3056" b="1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Submitted by</a:t>
            </a:r>
          </a:p>
          <a:p>
            <a:pPr algn="ctr">
              <a:lnSpc>
                <a:spcPts val="4602"/>
              </a:lnSpc>
            </a:pPr>
            <a:r>
              <a:rPr lang="en-US" sz="28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Suyogya Tiwari </a:t>
            </a:r>
          </a:p>
          <a:p>
            <a:pPr algn="ctr">
              <a:lnSpc>
                <a:spcPts val="4602"/>
              </a:lnSpc>
            </a:pPr>
            <a:r>
              <a:rPr lang="en-US" sz="28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Md Kaif Alam</a:t>
            </a:r>
          </a:p>
          <a:p>
            <a:pPr algn="ctr">
              <a:lnSpc>
                <a:spcPts val="4602"/>
              </a:lnSpc>
              <a:spcBef>
                <a:spcPct val="0"/>
              </a:spcBef>
            </a:pPr>
            <a:r>
              <a:rPr lang="en-US" sz="28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Nirbhay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88888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256478" y="6254373"/>
            <a:ext cx="10834055" cy="3728452"/>
            <a:chOff x="0" y="0"/>
            <a:chExt cx="6070600" cy="2089150"/>
          </a:xfrm>
        </p:grpSpPr>
        <p:sp>
          <p:nvSpPr>
            <p:cNvPr id="3" name="Freeform 3"/>
            <p:cNvSpPr/>
            <p:nvPr/>
          </p:nvSpPr>
          <p:spPr>
            <a:xfrm>
              <a:off x="63373" y="63500"/>
              <a:ext cx="5943727" cy="1962277"/>
            </a:xfrm>
            <a:custGeom>
              <a:avLst/>
              <a:gdLst/>
              <a:ahLst/>
              <a:cxnLst/>
              <a:rect l="l" t="t" r="r" b="b"/>
              <a:pathLst>
                <a:path w="5943727" h="1962277">
                  <a:moveTo>
                    <a:pt x="127" y="1940687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335"/>
                  </a:cubicBezTo>
                  <a:cubicBezTo>
                    <a:pt x="2921" y="10795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778"/>
                  </a:cubicBezTo>
                  <a:cubicBezTo>
                    <a:pt x="16129" y="762"/>
                    <a:pt x="18669" y="0"/>
                    <a:pt x="21590" y="0"/>
                  </a:cubicBezTo>
                  <a:lnTo>
                    <a:pt x="5922264" y="0"/>
                  </a:lnTo>
                  <a:cubicBezTo>
                    <a:pt x="5925058" y="0"/>
                    <a:pt x="5927852" y="508"/>
                    <a:pt x="5930519" y="1651"/>
                  </a:cubicBezTo>
                  <a:cubicBezTo>
                    <a:pt x="5933186" y="2794"/>
                    <a:pt x="5935472" y="4318"/>
                    <a:pt x="5937504" y="6223"/>
                  </a:cubicBezTo>
                  <a:cubicBezTo>
                    <a:pt x="5939535" y="8128"/>
                    <a:pt x="5941060" y="10541"/>
                    <a:pt x="5942076" y="13208"/>
                  </a:cubicBezTo>
                  <a:cubicBezTo>
                    <a:pt x="5943091" y="15875"/>
                    <a:pt x="5943727" y="18542"/>
                    <a:pt x="5943727" y="21336"/>
                  </a:cubicBezTo>
                  <a:lnTo>
                    <a:pt x="5943727" y="1940687"/>
                  </a:lnTo>
                  <a:cubicBezTo>
                    <a:pt x="5943727" y="1943481"/>
                    <a:pt x="5943219" y="1946275"/>
                    <a:pt x="5942076" y="1948942"/>
                  </a:cubicBezTo>
                  <a:cubicBezTo>
                    <a:pt x="5940933" y="1951609"/>
                    <a:pt x="5939409" y="1953895"/>
                    <a:pt x="5937504" y="1955927"/>
                  </a:cubicBezTo>
                  <a:cubicBezTo>
                    <a:pt x="5935599" y="1957959"/>
                    <a:pt x="5933186" y="1959483"/>
                    <a:pt x="5930519" y="1960626"/>
                  </a:cubicBezTo>
                  <a:cubicBezTo>
                    <a:pt x="5927852" y="1961769"/>
                    <a:pt x="5925185" y="1962277"/>
                    <a:pt x="5922264" y="1962277"/>
                  </a:cubicBezTo>
                  <a:lnTo>
                    <a:pt x="21590" y="1962277"/>
                  </a:lnTo>
                  <a:cubicBezTo>
                    <a:pt x="18796" y="1962277"/>
                    <a:pt x="16002" y="1961769"/>
                    <a:pt x="13335" y="1960626"/>
                  </a:cubicBezTo>
                  <a:cubicBezTo>
                    <a:pt x="10668" y="1959483"/>
                    <a:pt x="8382" y="1957959"/>
                    <a:pt x="6350" y="1955927"/>
                  </a:cubicBezTo>
                  <a:cubicBezTo>
                    <a:pt x="4318" y="1953895"/>
                    <a:pt x="2794" y="1951609"/>
                    <a:pt x="1651" y="1948942"/>
                  </a:cubicBezTo>
                  <a:cubicBezTo>
                    <a:pt x="508" y="1946275"/>
                    <a:pt x="0" y="1943608"/>
                    <a:pt x="0" y="1940687"/>
                  </a:cubicBezTo>
                </a:path>
              </a:pathLst>
            </a:custGeom>
            <a:solidFill>
              <a:srgbClr val="F2EEEE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234950" y="234823"/>
              <a:ext cx="514096" cy="514477"/>
            </a:xfrm>
            <a:custGeom>
              <a:avLst/>
              <a:gdLst/>
              <a:ahLst/>
              <a:cxnLst/>
              <a:rect l="l" t="t" r="r" b="b"/>
              <a:pathLst>
                <a:path w="514096" h="514477">
                  <a:moveTo>
                    <a:pt x="0" y="257302"/>
                  </a:moveTo>
                  <a:cubicBezTo>
                    <a:pt x="0" y="248920"/>
                    <a:pt x="381" y="240538"/>
                    <a:pt x="1270" y="232029"/>
                  </a:cubicBezTo>
                  <a:cubicBezTo>
                    <a:pt x="2159" y="223520"/>
                    <a:pt x="3302" y="215265"/>
                    <a:pt x="4953" y="207010"/>
                  </a:cubicBezTo>
                  <a:cubicBezTo>
                    <a:pt x="6604" y="198755"/>
                    <a:pt x="8636" y="190627"/>
                    <a:pt x="11049" y="182499"/>
                  </a:cubicBezTo>
                  <a:cubicBezTo>
                    <a:pt x="13462" y="174371"/>
                    <a:pt x="16383" y="166497"/>
                    <a:pt x="19558" y="158750"/>
                  </a:cubicBezTo>
                  <a:cubicBezTo>
                    <a:pt x="22733" y="151003"/>
                    <a:pt x="26416" y="143383"/>
                    <a:pt x="30353" y="135890"/>
                  </a:cubicBezTo>
                  <a:cubicBezTo>
                    <a:pt x="34290" y="128397"/>
                    <a:pt x="38608" y="121285"/>
                    <a:pt x="43307" y="114300"/>
                  </a:cubicBezTo>
                  <a:cubicBezTo>
                    <a:pt x="48006" y="107315"/>
                    <a:pt x="52959" y="100584"/>
                    <a:pt x="58293" y="93980"/>
                  </a:cubicBezTo>
                  <a:cubicBezTo>
                    <a:pt x="63627" y="87376"/>
                    <a:pt x="69342" y="81280"/>
                    <a:pt x="75184" y="75311"/>
                  </a:cubicBezTo>
                  <a:cubicBezTo>
                    <a:pt x="81026" y="69342"/>
                    <a:pt x="87376" y="63754"/>
                    <a:pt x="93853" y="58293"/>
                  </a:cubicBezTo>
                  <a:cubicBezTo>
                    <a:pt x="100330" y="52832"/>
                    <a:pt x="107061" y="48006"/>
                    <a:pt x="114173" y="43307"/>
                  </a:cubicBezTo>
                  <a:cubicBezTo>
                    <a:pt x="121285" y="38608"/>
                    <a:pt x="128397" y="34290"/>
                    <a:pt x="135763" y="30353"/>
                  </a:cubicBezTo>
                  <a:cubicBezTo>
                    <a:pt x="143129" y="26416"/>
                    <a:pt x="150749" y="22733"/>
                    <a:pt x="158623" y="19558"/>
                  </a:cubicBezTo>
                  <a:cubicBezTo>
                    <a:pt x="166497" y="16383"/>
                    <a:pt x="174371" y="13462"/>
                    <a:pt x="182372" y="11049"/>
                  </a:cubicBezTo>
                  <a:cubicBezTo>
                    <a:pt x="190373" y="8636"/>
                    <a:pt x="198628" y="6604"/>
                    <a:pt x="206883" y="4953"/>
                  </a:cubicBezTo>
                  <a:cubicBezTo>
                    <a:pt x="215138" y="3302"/>
                    <a:pt x="223520" y="2032"/>
                    <a:pt x="231902" y="1270"/>
                  </a:cubicBezTo>
                  <a:cubicBezTo>
                    <a:pt x="240284" y="508"/>
                    <a:pt x="248666" y="0"/>
                    <a:pt x="257048" y="0"/>
                  </a:cubicBezTo>
                  <a:cubicBezTo>
                    <a:pt x="265430" y="0"/>
                    <a:pt x="273939" y="381"/>
                    <a:pt x="282194" y="1270"/>
                  </a:cubicBezTo>
                  <a:cubicBezTo>
                    <a:pt x="290449" y="2159"/>
                    <a:pt x="298958" y="3302"/>
                    <a:pt x="307213" y="4953"/>
                  </a:cubicBezTo>
                  <a:cubicBezTo>
                    <a:pt x="315468" y="6604"/>
                    <a:pt x="323596" y="8636"/>
                    <a:pt x="331724" y="11049"/>
                  </a:cubicBezTo>
                  <a:cubicBezTo>
                    <a:pt x="339852" y="13462"/>
                    <a:pt x="347726" y="16383"/>
                    <a:pt x="355473" y="19558"/>
                  </a:cubicBezTo>
                  <a:cubicBezTo>
                    <a:pt x="363220" y="22733"/>
                    <a:pt x="370840" y="26416"/>
                    <a:pt x="378333" y="30353"/>
                  </a:cubicBezTo>
                  <a:cubicBezTo>
                    <a:pt x="385826" y="34290"/>
                    <a:pt x="392938" y="38608"/>
                    <a:pt x="399923" y="43307"/>
                  </a:cubicBezTo>
                  <a:cubicBezTo>
                    <a:pt x="406908" y="48006"/>
                    <a:pt x="413639" y="52959"/>
                    <a:pt x="420243" y="58293"/>
                  </a:cubicBezTo>
                  <a:cubicBezTo>
                    <a:pt x="426847" y="63627"/>
                    <a:pt x="432943" y="69342"/>
                    <a:pt x="438912" y="75311"/>
                  </a:cubicBezTo>
                  <a:cubicBezTo>
                    <a:pt x="444881" y="81280"/>
                    <a:pt x="450469" y="87503"/>
                    <a:pt x="455803" y="93980"/>
                  </a:cubicBezTo>
                  <a:cubicBezTo>
                    <a:pt x="461137" y="100457"/>
                    <a:pt x="466217" y="107188"/>
                    <a:pt x="470789" y="114300"/>
                  </a:cubicBezTo>
                  <a:cubicBezTo>
                    <a:pt x="475361" y="121412"/>
                    <a:pt x="479806" y="128524"/>
                    <a:pt x="483743" y="135890"/>
                  </a:cubicBezTo>
                  <a:cubicBezTo>
                    <a:pt x="487680" y="143256"/>
                    <a:pt x="491363" y="150876"/>
                    <a:pt x="494538" y="158750"/>
                  </a:cubicBezTo>
                  <a:cubicBezTo>
                    <a:pt x="497713" y="166624"/>
                    <a:pt x="500634" y="174498"/>
                    <a:pt x="503047" y="182499"/>
                  </a:cubicBezTo>
                  <a:cubicBezTo>
                    <a:pt x="505460" y="190500"/>
                    <a:pt x="507492" y="198755"/>
                    <a:pt x="509143" y="207010"/>
                  </a:cubicBezTo>
                  <a:cubicBezTo>
                    <a:pt x="510794" y="215265"/>
                    <a:pt x="512064" y="223647"/>
                    <a:pt x="512826" y="232029"/>
                  </a:cubicBezTo>
                  <a:cubicBezTo>
                    <a:pt x="513588" y="240411"/>
                    <a:pt x="514096" y="248793"/>
                    <a:pt x="514096" y="257302"/>
                  </a:cubicBezTo>
                  <a:cubicBezTo>
                    <a:pt x="514096" y="265811"/>
                    <a:pt x="513715" y="274066"/>
                    <a:pt x="512826" y="282575"/>
                  </a:cubicBezTo>
                  <a:cubicBezTo>
                    <a:pt x="511937" y="291084"/>
                    <a:pt x="510794" y="299339"/>
                    <a:pt x="509143" y="307467"/>
                  </a:cubicBezTo>
                  <a:cubicBezTo>
                    <a:pt x="507492" y="315595"/>
                    <a:pt x="505460" y="323850"/>
                    <a:pt x="503047" y="331978"/>
                  </a:cubicBezTo>
                  <a:cubicBezTo>
                    <a:pt x="500634" y="340106"/>
                    <a:pt x="497713" y="347980"/>
                    <a:pt x="494538" y="355727"/>
                  </a:cubicBezTo>
                  <a:cubicBezTo>
                    <a:pt x="491363" y="363474"/>
                    <a:pt x="487680" y="371094"/>
                    <a:pt x="483743" y="378587"/>
                  </a:cubicBezTo>
                  <a:cubicBezTo>
                    <a:pt x="479806" y="386080"/>
                    <a:pt x="475488" y="393192"/>
                    <a:pt x="470789" y="400177"/>
                  </a:cubicBezTo>
                  <a:cubicBezTo>
                    <a:pt x="466090" y="407162"/>
                    <a:pt x="461137" y="413893"/>
                    <a:pt x="455803" y="420497"/>
                  </a:cubicBezTo>
                  <a:cubicBezTo>
                    <a:pt x="450469" y="427101"/>
                    <a:pt x="444754" y="433197"/>
                    <a:pt x="438912" y="439166"/>
                  </a:cubicBezTo>
                  <a:cubicBezTo>
                    <a:pt x="433070" y="445135"/>
                    <a:pt x="426720" y="450723"/>
                    <a:pt x="420243" y="456184"/>
                  </a:cubicBezTo>
                  <a:cubicBezTo>
                    <a:pt x="413766" y="461645"/>
                    <a:pt x="407035" y="466471"/>
                    <a:pt x="399923" y="471170"/>
                  </a:cubicBezTo>
                  <a:cubicBezTo>
                    <a:pt x="392811" y="475869"/>
                    <a:pt x="385699" y="480187"/>
                    <a:pt x="378333" y="484124"/>
                  </a:cubicBezTo>
                  <a:cubicBezTo>
                    <a:pt x="370967" y="488061"/>
                    <a:pt x="363347" y="491744"/>
                    <a:pt x="355473" y="494919"/>
                  </a:cubicBezTo>
                  <a:cubicBezTo>
                    <a:pt x="347599" y="498094"/>
                    <a:pt x="339725" y="501015"/>
                    <a:pt x="331724" y="503428"/>
                  </a:cubicBezTo>
                  <a:cubicBezTo>
                    <a:pt x="323723" y="505841"/>
                    <a:pt x="315468" y="507873"/>
                    <a:pt x="307213" y="509524"/>
                  </a:cubicBezTo>
                  <a:cubicBezTo>
                    <a:pt x="298958" y="511175"/>
                    <a:pt x="290576" y="512445"/>
                    <a:pt x="282194" y="513207"/>
                  </a:cubicBezTo>
                  <a:cubicBezTo>
                    <a:pt x="273812" y="513969"/>
                    <a:pt x="265430" y="514477"/>
                    <a:pt x="257048" y="514477"/>
                  </a:cubicBezTo>
                  <a:cubicBezTo>
                    <a:pt x="248666" y="514477"/>
                    <a:pt x="240284" y="514096"/>
                    <a:pt x="231902" y="513207"/>
                  </a:cubicBezTo>
                  <a:cubicBezTo>
                    <a:pt x="223520" y="512318"/>
                    <a:pt x="215138" y="511175"/>
                    <a:pt x="206883" y="509524"/>
                  </a:cubicBezTo>
                  <a:cubicBezTo>
                    <a:pt x="198628" y="507873"/>
                    <a:pt x="190500" y="505841"/>
                    <a:pt x="182372" y="503428"/>
                  </a:cubicBezTo>
                  <a:cubicBezTo>
                    <a:pt x="174244" y="501015"/>
                    <a:pt x="166370" y="498094"/>
                    <a:pt x="158623" y="494919"/>
                  </a:cubicBezTo>
                  <a:cubicBezTo>
                    <a:pt x="150876" y="491744"/>
                    <a:pt x="143256" y="488061"/>
                    <a:pt x="135763" y="484124"/>
                  </a:cubicBezTo>
                  <a:cubicBezTo>
                    <a:pt x="128270" y="480187"/>
                    <a:pt x="121158" y="475869"/>
                    <a:pt x="114173" y="471170"/>
                  </a:cubicBezTo>
                  <a:cubicBezTo>
                    <a:pt x="107188" y="466471"/>
                    <a:pt x="100457" y="461518"/>
                    <a:pt x="93853" y="456184"/>
                  </a:cubicBezTo>
                  <a:cubicBezTo>
                    <a:pt x="87249" y="450850"/>
                    <a:pt x="81153" y="445135"/>
                    <a:pt x="75184" y="439166"/>
                  </a:cubicBezTo>
                  <a:cubicBezTo>
                    <a:pt x="69215" y="433197"/>
                    <a:pt x="63627" y="426974"/>
                    <a:pt x="58293" y="420497"/>
                  </a:cubicBezTo>
                  <a:cubicBezTo>
                    <a:pt x="52959" y="414020"/>
                    <a:pt x="47879" y="407289"/>
                    <a:pt x="43307" y="400177"/>
                  </a:cubicBezTo>
                  <a:cubicBezTo>
                    <a:pt x="38735" y="393065"/>
                    <a:pt x="34290" y="385953"/>
                    <a:pt x="30353" y="378587"/>
                  </a:cubicBezTo>
                  <a:cubicBezTo>
                    <a:pt x="26416" y="371221"/>
                    <a:pt x="22733" y="363601"/>
                    <a:pt x="19558" y="355727"/>
                  </a:cubicBezTo>
                  <a:cubicBezTo>
                    <a:pt x="16383" y="347853"/>
                    <a:pt x="13462" y="339979"/>
                    <a:pt x="11049" y="331978"/>
                  </a:cubicBezTo>
                  <a:cubicBezTo>
                    <a:pt x="8636" y="323977"/>
                    <a:pt x="6604" y="315722"/>
                    <a:pt x="4953" y="307467"/>
                  </a:cubicBezTo>
                  <a:cubicBezTo>
                    <a:pt x="3302" y="299212"/>
                    <a:pt x="2032" y="290830"/>
                    <a:pt x="1270" y="282575"/>
                  </a:cubicBezTo>
                  <a:cubicBezTo>
                    <a:pt x="508" y="274320"/>
                    <a:pt x="0" y="265811"/>
                    <a:pt x="0" y="257302"/>
                  </a:cubicBezTo>
                </a:path>
              </a:pathLst>
            </a:custGeom>
            <a:solidFill>
              <a:srgbClr val="556B88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372999" y="538353"/>
              <a:ext cx="37465" cy="27945"/>
            </a:xfrm>
            <a:custGeom>
              <a:avLst/>
              <a:gdLst/>
              <a:ahLst/>
              <a:cxnLst/>
              <a:rect l="l" t="t" r="r" b="b"/>
              <a:pathLst>
                <a:path w="37465" h="27945">
                  <a:moveTo>
                    <a:pt x="0" y="22733"/>
                  </a:moveTo>
                  <a:cubicBezTo>
                    <a:pt x="0" y="20066"/>
                    <a:pt x="254" y="17526"/>
                    <a:pt x="889" y="15367"/>
                  </a:cubicBezTo>
                  <a:cubicBezTo>
                    <a:pt x="889" y="15113"/>
                    <a:pt x="1016" y="14986"/>
                    <a:pt x="1143" y="14732"/>
                  </a:cubicBezTo>
                  <a:cubicBezTo>
                    <a:pt x="2159" y="12319"/>
                    <a:pt x="3556" y="9779"/>
                    <a:pt x="5080" y="7747"/>
                  </a:cubicBezTo>
                  <a:cubicBezTo>
                    <a:pt x="5207" y="7620"/>
                    <a:pt x="5334" y="7366"/>
                    <a:pt x="5588" y="7239"/>
                  </a:cubicBezTo>
                  <a:cubicBezTo>
                    <a:pt x="7366" y="5461"/>
                    <a:pt x="9271" y="3937"/>
                    <a:pt x="11557" y="2667"/>
                  </a:cubicBezTo>
                  <a:cubicBezTo>
                    <a:pt x="11684" y="2540"/>
                    <a:pt x="11938" y="2413"/>
                    <a:pt x="12065" y="2413"/>
                  </a:cubicBezTo>
                  <a:cubicBezTo>
                    <a:pt x="14478" y="1397"/>
                    <a:pt x="19431" y="381"/>
                    <a:pt x="24384" y="0"/>
                  </a:cubicBezTo>
                  <a:cubicBezTo>
                    <a:pt x="24511" y="0"/>
                    <a:pt x="24638" y="0"/>
                    <a:pt x="24765" y="0"/>
                  </a:cubicBezTo>
                  <a:lnTo>
                    <a:pt x="32385" y="0"/>
                  </a:lnTo>
                  <a:cubicBezTo>
                    <a:pt x="35179" y="0"/>
                    <a:pt x="37465" y="2286"/>
                    <a:pt x="37465" y="5080"/>
                  </a:cubicBezTo>
                  <a:cubicBezTo>
                    <a:pt x="37465" y="7874"/>
                    <a:pt x="35179" y="10160"/>
                    <a:pt x="32385" y="10160"/>
                  </a:cubicBezTo>
                  <a:lnTo>
                    <a:pt x="24765" y="10160"/>
                  </a:lnTo>
                  <a:lnTo>
                    <a:pt x="24765" y="5080"/>
                  </a:lnTo>
                  <a:lnTo>
                    <a:pt x="25146" y="10160"/>
                  </a:lnTo>
                  <a:cubicBezTo>
                    <a:pt x="20701" y="10541"/>
                    <a:pt x="16891" y="11430"/>
                    <a:pt x="16002" y="11811"/>
                  </a:cubicBezTo>
                  <a:lnTo>
                    <a:pt x="14097" y="7112"/>
                  </a:lnTo>
                  <a:lnTo>
                    <a:pt x="16637" y="11557"/>
                  </a:lnTo>
                  <a:cubicBezTo>
                    <a:pt x="15240" y="12319"/>
                    <a:pt x="14097" y="13335"/>
                    <a:pt x="12954" y="14351"/>
                  </a:cubicBezTo>
                  <a:lnTo>
                    <a:pt x="9271" y="10795"/>
                  </a:lnTo>
                  <a:lnTo>
                    <a:pt x="13335" y="13843"/>
                  </a:lnTo>
                  <a:cubicBezTo>
                    <a:pt x="12192" y="15367"/>
                    <a:pt x="11303" y="17018"/>
                    <a:pt x="10668" y="18669"/>
                  </a:cubicBezTo>
                  <a:lnTo>
                    <a:pt x="5969" y="16764"/>
                  </a:lnTo>
                  <a:lnTo>
                    <a:pt x="10922" y="18034"/>
                  </a:lnTo>
                  <a:cubicBezTo>
                    <a:pt x="10668" y="19177"/>
                    <a:pt x="10414" y="20955"/>
                    <a:pt x="10414" y="22987"/>
                  </a:cubicBezTo>
                  <a:cubicBezTo>
                    <a:pt x="10414" y="25781"/>
                    <a:pt x="8128" y="28067"/>
                    <a:pt x="5207" y="27940"/>
                  </a:cubicBezTo>
                  <a:cubicBezTo>
                    <a:pt x="2286" y="27813"/>
                    <a:pt x="127" y="25654"/>
                    <a:pt x="254" y="227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559684" y="538094"/>
              <a:ext cx="29983" cy="31253"/>
            </a:xfrm>
            <a:custGeom>
              <a:avLst/>
              <a:gdLst/>
              <a:ahLst/>
              <a:cxnLst/>
              <a:rect l="l" t="t" r="r" b="b"/>
              <a:pathLst>
                <a:path w="29983" h="31253">
                  <a:moveTo>
                    <a:pt x="5466" y="132"/>
                  </a:moveTo>
                  <a:cubicBezTo>
                    <a:pt x="9530" y="259"/>
                    <a:pt x="15245" y="1529"/>
                    <a:pt x="19055" y="3307"/>
                  </a:cubicBezTo>
                  <a:cubicBezTo>
                    <a:pt x="19309" y="3434"/>
                    <a:pt x="19690" y="3688"/>
                    <a:pt x="19944" y="3815"/>
                  </a:cubicBezTo>
                  <a:cubicBezTo>
                    <a:pt x="21976" y="5339"/>
                    <a:pt x="23373" y="6736"/>
                    <a:pt x="25151" y="8895"/>
                  </a:cubicBezTo>
                  <a:cubicBezTo>
                    <a:pt x="25278" y="9022"/>
                    <a:pt x="25405" y="9276"/>
                    <a:pt x="25532" y="9403"/>
                  </a:cubicBezTo>
                  <a:cubicBezTo>
                    <a:pt x="26802" y="11435"/>
                    <a:pt x="28580" y="15626"/>
                    <a:pt x="29469" y="19436"/>
                  </a:cubicBezTo>
                  <a:cubicBezTo>
                    <a:pt x="29596" y="19690"/>
                    <a:pt x="29596" y="19944"/>
                    <a:pt x="29596" y="20325"/>
                  </a:cubicBezTo>
                  <a:lnTo>
                    <a:pt x="29977" y="25913"/>
                  </a:lnTo>
                  <a:cubicBezTo>
                    <a:pt x="30104" y="28707"/>
                    <a:pt x="27945" y="31120"/>
                    <a:pt x="25151" y="31247"/>
                  </a:cubicBezTo>
                  <a:cubicBezTo>
                    <a:pt x="22357" y="31374"/>
                    <a:pt x="19944" y="29215"/>
                    <a:pt x="19817" y="26421"/>
                  </a:cubicBezTo>
                  <a:lnTo>
                    <a:pt x="19309" y="20706"/>
                  </a:lnTo>
                  <a:lnTo>
                    <a:pt x="24389" y="20452"/>
                  </a:lnTo>
                  <a:lnTo>
                    <a:pt x="19436" y="21595"/>
                  </a:lnTo>
                  <a:cubicBezTo>
                    <a:pt x="18801" y="18801"/>
                    <a:pt x="17404" y="15626"/>
                    <a:pt x="16769" y="14610"/>
                  </a:cubicBezTo>
                  <a:lnTo>
                    <a:pt x="21087" y="11943"/>
                  </a:lnTo>
                  <a:lnTo>
                    <a:pt x="17150" y="15118"/>
                  </a:lnTo>
                  <a:cubicBezTo>
                    <a:pt x="15880" y="13594"/>
                    <a:pt x="15118" y="12832"/>
                    <a:pt x="13721" y="11816"/>
                  </a:cubicBezTo>
                  <a:lnTo>
                    <a:pt x="16769" y="7752"/>
                  </a:lnTo>
                  <a:lnTo>
                    <a:pt x="14610" y="12324"/>
                  </a:lnTo>
                  <a:cubicBezTo>
                    <a:pt x="12324" y="11308"/>
                    <a:pt x="7879" y="10292"/>
                    <a:pt x="4831" y="10165"/>
                  </a:cubicBezTo>
                  <a:cubicBezTo>
                    <a:pt x="2037" y="10038"/>
                    <a:pt x="-122" y="7625"/>
                    <a:pt x="5" y="4831"/>
                  </a:cubicBezTo>
                  <a:cubicBezTo>
                    <a:pt x="132" y="2037"/>
                    <a:pt x="2545" y="-122"/>
                    <a:pt x="5339" y="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543179" y="582529"/>
              <a:ext cx="46355" cy="31770"/>
            </a:xfrm>
            <a:custGeom>
              <a:avLst/>
              <a:gdLst/>
              <a:ahLst/>
              <a:cxnLst/>
              <a:rect l="l" t="t" r="r" b="b"/>
              <a:pathLst>
                <a:path w="46355" h="31770">
                  <a:moveTo>
                    <a:pt x="46355" y="5227"/>
                  </a:moveTo>
                  <a:cubicBezTo>
                    <a:pt x="45847" y="12339"/>
                    <a:pt x="45466" y="14752"/>
                    <a:pt x="44323" y="18181"/>
                  </a:cubicBezTo>
                  <a:cubicBezTo>
                    <a:pt x="44196" y="18435"/>
                    <a:pt x="44196" y="18562"/>
                    <a:pt x="44069" y="18816"/>
                  </a:cubicBezTo>
                  <a:cubicBezTo>
                    <a:pt x="42799" y="21356"/>
                    <a:pt x="40767" y="24150"/>
                    <a:pt x="38608" y="26309"/>
                  </a:cubicBezTo>
                  <a:cubicBezTo>
                    <a:pt x="38481" y="26436"/>
                    <a:pt x="38227" y="26563"/>
                    <a:pt x="38100" y="26817"/>
                  </a:cubicBezTo>
                  <a:cubicBezTo>
                    <a:pt x="35814" y="28595"/>
                    <a:pt x="31369" y="30627"/>
                    <a:pt x="28702" y="31262"/>
                  </a:cubicBezTo>
                  <a:cubicBezTo>
                    <a:pt x="28575" y="31262"/>
                    <a:pt x="28321" y="31389"/>
                    <a:pt x="28194" y="31389"/>
                  </a:cubicBezTo>
                  <a:cubicBezTo>
                    <a:pt x="25654" y="31770"/>
                    <a:pt x="22479" y="31770"/>
                    <a:pt x="18161" y="31516"/>
                  </a:cubicBezTo>
                  <a:lnTo>
                    <a:pt x="18415" y="26436"/>
                  </a:lnTo>
                  <a:lnTo>
                    <a:pt x="18669" y="31516"/>
                  </a:lnTo>
                  <a:cubicBezTo>
                    <a:pt x="15113" y="31643"/>
                    <a:pt x="10541" y="31770"/>
                    <a:pt x="5080" y="31770"/>
                  </a:cubicBezTo>
                  <a:cubicBezTo>
                    <a:pt x="2286" y="31770"/>
                    <a:pt x="0" y="29484"/>
                    <a:pt x="0" y="26690"/>
                  </a:cubicBezTo>
                  <a:cubicBezTo>
                    <a:pt x="0" y="23896"/>
                    <a:pt x="2286" y="21610"/>
                    <a:pt x="5080" y="21610"/>
                  </a:cubicBezTo>
                  <a:cubicBezTo>
                    <a:pt x="10541" y="21610"/>
                    <a:pt x="14859" y="21610"/>
                    <a:pt x="18288" y="21356"/>
                  </a:cubicBezTo>
                  <a:cubicBezTo>
                    <a:pt x="18415" y="21356"/>
                    <a:pt x="18542" y="21356"/>
                    <a:pt x="18796" y="21356"/>
                  </a:cubicBezTo>
                  <a:cubicBezTo>
                    <a:pt x="22733" y="21610"/>
                    <a:pt x="25273" y="21483"/>
                    <a:pt x="26797" y="21229"/>
                  </a:cubicBezTo>
                  <a:lnTo>
                    <a:pt x="27432" y="26309"/>
                  </a:lnTo>
                  <a:lnTo>
                    <a:pt x="26162" y="21356"/>
                  </a:lnTo>
                  <a:cubicBezTo>
                    <a:pt x="27559" y="20975"/>
                    <a:pt x="30734" y="19578"/>
                    <a:pt x="31877" y="18689"/>
                  </a:cubicBezTo>
                  <a:lnTo>
                    <a:pt x="34925" y="22753"/>
                  </a:lnTo>
                  <a:lnTo>
                    <a:pt x="31369" y="19197"/>
                  </a:lnTo>
                  <a:cubicBezTo>
                    <a:pt x="32766" y="17800"/>
                    <a:pt x="34163" y="15895"/>
                    <a:pt x="34925" y="14371"/>
                  </a:cubicBezTo>
                  <a:lnTo>
                    <a:pt x="39497" y="16657"/>
                  </a:lnTo>
                  <a:lnTo>
                    <a:pt x="34671" y="15006"/>
                  </a:lnTo>
                  <a:cubicBezTo>
                    <a:pt x="35433" y="12847"/>
                    <a:pt x="35814" y="11577"/>
                    <a:pt x="36195" y="4719"/>
                  </a:cubicBezTo>
                  <a:cubicBezTo>
                    <a:pt x="36322" y="1925"/>
                    <a:pt x="38735" y="-234"/>
                    <a:pt x="41529" y="20"/>
                  </a:cubicBezTo>
                  <a:cubicBezTo>
                    <a:pt x="44323" y="274"/>
                    <a:pt x="46482" y="2560"/>
                    <a:pt x="46228" y="53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488056" y="603885"/>
              <a:ext cx="28077" cy="10292"/>
            </a:xfrm>
            <a:custGeom>
              <a:avLst/>
              <a:gdLst/>
              <a:ahLst/>
              <a:cxnLst/>
              <a:rect l="l" t="t" r="r" b="b"/>
              <a:pathLst>
                <a:path w="28077" h="10292">
                  <a:moveTo>
                    <a:pt x="23119" y="10287"/>
                  </a:moveTo>
                  <a:cubicBezTo>
                    <a:pt x="14991" y="10160"/>
                    <a:pt x="9022" y="10160"/>
                    <a:pt x="5339" y="10287"/>
                  </a:cubicBezTo>
                  <a:cubicBezTo>
                    <a:pt x="2545" y="10414"/>
                    <a:pt x="132" y="8255"/>
                    <a:pt x="5" y="5461"/>
                  </a:cubicBezTo>
                  <a:cubicBezTo>
                    <a:pt x="-122" y="2667"/>
                    <a:pt x="2037" y="254"/>
                    <a:pt x="4831" y="127"/>
                  </a:cubicBezTo>
                  <a:cubicBezTo>
                    <a:pt x="8895" y="0"/>
                    <a:pt x="14991" y="0"/>
                    <a:pt x="23119" y="0"/>
                  </a:cubicBezTo>
                  <a:cubicBezTo>
                    <a:pt x="25913" y="0"/>
                    <a:pt x="28199" y="2286"/>
                    <a:pt x="28072" y="5207"/>
                  </a:cubicBezTo>
                  <a:cubicBezTo>
                    <a:pt x="27945" y="8128"/>
                    <a:pt x="25786" y="10287"/>
                    <a:pt x="22865" y="10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432049" y="603758"/>
              <a:ext cx="45344" cy="10419"/>
            </a:xfrm>
            <a:custGeom>
              <a:avLst/>
              <a:gdLst/>
              <a:ahLst/>
              <a:cxnLst/>
              <a:rect l="l" t="t" r="r" b="b"/>
              <a:pathLst>
                <a:path w="45344" h="10419">
                  <a:moveTo>
                    <a:pt x="39883" y="10414"/>
                  </a:moveTo>
                  <a:cubicBezTo>
                    <a:pt x="36835" y="10287"/>
                    <a:pt x="33660" y="10287"/>
                    <a:pt x="29342" y="10287"/>
                  </a:cubicBezTo>
                  <a:cubicBezTo>
                    <a:pt x="24897" y="10287"/>
                    <a:pt x="19436" y="10287"/>
                    <a:pt x="11943" y="10160"/>
                  </a:cubicBezTo>
                  <a:lnTo>
                    <a:pt x="12070" y="5080"/>
                  </a:lnTo>
                  <a:lnTo>
                    <a:pt x="12197" y="10160"/>
                  </a:lnTo>
                  <a:lnTo>
                    <a:pt x="5212" y="10414"/>
                  </a:lnTo>
                  <a:cubicBezTo>
                    <a:pt x="2418" y="10541"/>
                    <a:pt x="132" y="8255"/>
                    <a:pt x="5" y="5461"/>
                  </a:cubicBezTo>
                  <a:cubicBezTo>
                    <a:pt x="-122" y="2667"/>
                    <a:pt x="2164" y="381"/>
                    <a:pt x="4958" y="254"/>
                  </a:cubicBezTo>
                  <a:lnTo>
                    <a:pt x="11943" y="0"/>
                  </a:lnTo>
                  <a:cubicBezTo>
                    <a:pt x="12070" y="0"/>
                    <a:pt x="12070" y="0"/>
                    <a:pt x="12197" y="0"/>
                  </a:cubicBezTo>
                  <a:cubicBezTo>
                    <a:pt x="19563" y="127"/>
                    <a:pt x="25024" y="127"/>
                    <a:pt x="29469" y="127"/>
                  </a:cubicBezTo>
                  <a:cubicBezTo>
                    <a:pt x="33660" y="127"/>
                    <a:pt x="37089" y="127"/>
                    <a:pt x="40391" y="254"/>
                  </a:cubicBezTo>
                  <a:cubicBezTo>
                    <a:pt x="43185" y="381"/>
                    <a:pt x="45344" y="2667"/>
                    <a:pt x="45344" y="5461"/>
                  </a:cubicBezTo>
                  <a:cubicBezTo>
                    <a:pt x="45344" y="8255"/>
                    <a:pt x="42931" y="10414"/>
                    <a:pt x="40137" y="1041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376105" y="597389"/>
              <a:ext cx="43128" cy="17042"/>
            </a:xfrm>
            <a:custGeom>
              <a:avLst/>
              <a:gdLst/>
              <a:ahLst/>
              <a:cxnLst/>
              <a:rect l="l" t="t" r="r" b="b"/>
              <a:pathLst>
                <a:path w="43128" h="17042">
                  <a:moveTo>
                    <a:pt x="38042" y="16910"/>
                  </a:moveTo>
                  <a:cubicBezTo>
                    <a:pt x="35248" y="16910"/>
                    <a:pt x="31565" y="16783"/>
                    <a:pt x="27882" y="16783"/>
                  </a:cubicBezTo>
                  <a:cubicBezTo>
                    <a:pt x="24453" y="16783"/>
                    <a:pt x="21024" y="16783"/>
                    <a:pt x="18611" y="16656"/>
                  </a:cubicBezTo>
                  <a:cubicBezTo>
                    <a:pt x="17341" y="16656"/>
                    <a:pt x="16071" y="16529"/>
                    <a:pt x="15182" y="16529"/>
                  </a:cubicBezTo>
                  <a:cubicBezTo>
                    <a:pt x="14928" y="16529"/>
                    <a:pt x="14674" y="16402"/>
                    <a:pt x="14293" y="16402"/>
                  </a:cubicBezTo>
                  <a:cubicBezTo>
                    <a:pt x="10483" y="15259"/>
                    <a:pt x="6927" y="13481"/>
                    <a:pt x="4133" y="11449"/>
                  </a:cubicBezTo>
                  <a:cubicBezTo>
                    <a:pt x="3879" y="11322"/>
                    <a:pt x="3625" y="11068"/>
                    <a:pt x="3498" y="10814"/>
                  </a:cubicBezTo>
                  <a:lnTo>
                    <a:pt x="1339" y="8401"/>
                  </a:lnTo>
                  <a:cubicBezTo>
                    <a:pt x="-566" y="6369"/>
                    <a:pt x="-439" y="3067"/>
                    <a:pt x="1720" y="1289"/>
                  </a:cubicBezTo>
                  <a:cubicBezTo>
                    <a:pt x="3879" y="-489"/>
                    <a:pt x="7054" y="-489"/>
                    <a:pt x="8832" y="1670"/>
                  </a:cubicBezTo>
                  <a:lnTo>
                    <a:pt x="10991" y="4083"/>
                  </a:lnTo>
                  <a:lnTo>
                    <a:pt x="7181" y="7512"/>
                  </a:lnTo>
                  <a:lnTo>
                    <a:pt x="10229" y="3448"/>
                  </a:lnTo>
                  <a:cubicBezTo>
                    <a:pt x="11880" y="4718"/>
                    <a:pt x="14293" y="5988"/>
                    <a:pt x="16960" y="6750"/>
                  </a:cubicBezTo>
                  <a:lnTo>
                    <a:pt x="15563" y="11576"/>
                  </a:lnTo>
                  <a:lnTo>
                    <a:pt x="16071" y="6496"/>
                  </a:lnTo>
                  <a:cubicBezTo>
                    <a:pt x="16325" y="6496"/>
                    <a:pt x="17214" y="6623"/>
                    <a:pt x="18611" y="6623"/>
                  </a:cubicBezTo>
                  <a:cubicBezTo>
                    <a:pt x="20897" y="6623"/>
                    <a:pt x="24326" y="6750"/>
                    <a:pt x="27755" y="6750"/>
                  </a:cubicBezTo>
                  <a:cubicBezTo>
                    <a:pt x="31438" y="6750"/>
                    <a:pt x="35248" y="6750"/>
                    <a:pt x="38169" y="6877"/>
                  </a:cubicBezTo>
                  <a:cubicBezTo>
                    <a:pt x="41090" y="7004"/>
                    <a:pt x="43249" y="9290"/>
                    <a:pt x="43122" y="12084"/>
                  </a:cubicBezTo>
                  <a:cubicBezTo>
                    <a:pt x="42995" y="14878"/>
                    <a:pt x="40709" y="17164"/>
                    <a:pt x="37915" y="170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497498" y="444628"/>
              <a:ext cx="33621" cy="15752"/>
            </a:xfrm>
            <a:custGeom>
              <a:avLst/>
              <a:gdLst/>
              <a:ahLst/>
              <a:cxnLst/>
              <a:rect l="l" t="t" r="r" b="b"/>
              <a:pathLst>
                <a:path w="33621" h="15752">
                  <a:moveTo>
                    <a:pt x="28536" y="15747"/>
                  </a:moveTo>
                  <a:cubicBezTo>
                    <a:pt x="18376" y="15620"/>
                    <a:pt x="13931" y="15112"/>
                    <a:pt x="10629" y="14096"/>
                  </a:cubicBezTo>
                  <a:cubicBezTo>
                    <a:pt x="10375" y="14096"/>
                    <a:pt x="10248" y="13969"/>
                    <a:pt x="9994" y="13842"/>
                  </a:cubicBezTo>
                  <a:cubicBezTo>
                    <a:pt x="7073" y="12572"/>
                    <a:pt x="4152" y="10794"/>
                    <a:pt x="1993" y="9143"/>
                  </a:cubicBezTo>
                  <a:cubicBezTo>
                    <a:pt x="-166" y="7492"/>
                    <a:pt x="-674" y="4317"/>
                    <a:pt x="977" y="2031"/>
                  </a:cubicBezTo>
                  <a:cubicBezTo>
                    <a:pt x="2628" y="-255"/>
                    <a:pt x="5803" y="-636"/>
                    <a:pt x="8089" y="1015"/>
                  </a:cubicBezTo>
                  <a:cubicBezTo>
                    <a:pt x="9613" y="2158"/>
                    <a:pt x="11899" y="3555"/>
                    <a:pt x="14058" y="4444"/>
                  </a:cubicBezTo>
                  <a:lnTo>
                    <a:pt x="12026" y="9143"/>
                  </a:lnTo>
                  <a:lnTo>
                    <a:pt x="13550" y="4317"/>
                  </a:lnTo>
                  <a:cubicBezTo>
                    <a:pt x="15328" y="4825"/>
                    <a:pt x="18503" y="5460"/>
                    <a:pt x="28663" y="5587"/>
                  </a:cubicBezTo>
                  <a:cubicBezTo>
                    <a:pt x="31457" y="5587"/>
                    <a:pt x="33743" y="7873"/>
                    <a:pt x="33616" y="10794"/>
                  </a:cubicBezTo>
                  <a:cubicBezTo>
                    <a:pt x="33489" y="13715"/>
                    <a:pt x="31330" y="15874"/>
                    <a:pt x="28409" y="1574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372731" y="556112"/>
              <a:ext cx="12727" cy="50073"/>
            </a:xfrm>
            <a:custGeom>
              <a:avLst/>
              <a:gdLst/>
              <a:ahLst/>
              <a:cxnLst/>
              <a:rect l="l" t="t" r="r" b="b"/>
              <a:pathLst>
                <a:path w="12727" h="50073">
                  <a:moveTo>
                    <a:pt x="2935" y="46630"/>
                  </a:moveTo>
                  <a:cubicBezTo>
                    <a:pt x="-621" y="36343"/>
                    <a:pt x="-113" y="27072"/>
                    <a:pt x="268" y="18944"/>
                  </a:cubicBezTo>
                  <a:cubicBezTo>
                    <a:pt x="522" y="14245"/>
                    <a:pt x="649" y="9927"/>
                    <a:pt x="268" y="5482"/>
                  </a:cubicBezTo>
                  <a:cubicBezTo>
                    <a:pt x="14" y="2688"/>
                    <a:pt x="2046" y="275"/>
                    <a:pt x="4840" y="21"/>
                  </a:cubicBezTo>
                  <a:cubicBezTo>
                    <a:pt x="7634" y="-233"/>
                    <a:pt x="10047" y="1799"/>
                    <a:pt x="10301" y="4593"/>
                  </a:cubicBezTo>
                  <a:cubicBezTo>
                    <a:pt x="10809" y="9800"/>
                    <a:pt x="10555" y="14880"/>
                    <a:pt x="10301" y="19452"/>
                  </a:cubicBezTo>
                  <a:cubicBezTo>
                    <a:pt x="9920" y="27707"/>
                    <a:pt x="9539" y="35073"/>
                    <a:pt x="12460" y="43328"/>
                  </a:cubicBezTo>
                  <a:cubicBezTo>
                    <a:pt x="13349" y="45995"/>
                    <a:pt x="11952" y="48916"/>
                    <a:pt x="9285" y="49805"/>
                  </a:cubicBezTo>
                  <a:cubicBezTo>
                    <a:pt x="6618" y="50694"/>
                    <a:pt x="3697" y="49297"/>
                    <a:pt x="2808" y="46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375413" y="596068"/>
              <a:ext cx="10920" cy="11315"/>
            </a:xfrm>
            <a:custGeom>
              <a:avLst/>
              <a:gdLst/>
              <a:ahLst/>
              <a:cxnLst/>
              <a:rect l="l" t="t" r="r" b="b"/>
              <a:pathLst>
                <a:path w="10920" h="11315">
                  <a:moveTo>
                    <a:pt x="9524" y="2610"/>
                  </a:moveTo>
                  <a:lnTo>
                    <a:pt x="10286" y="3880"/>
                  </a:lnTo>
                  <a:cubicBezTo>
                    <a:pt x="11683" y="6293"/>
                    <a:pt x="10667" y="9468"/>
                    <a:pt x="8254" y="10738"/>
                  </a:cubicBezTo>
                  <a:cubicBezTo>
                    <a:pt x="5841" y="12008"/>
                    <a:pt x="2666" y="11119"/>
                    <a:pt x="1396" y="8706"/>
                  </a:cubicBezTo>
                  <a:lnTo>
                    <a:pt x="634" y="7436"/>
                  </a:lnTo>
                  <a:cubicBezTo>
                    <a:pt x="-763" y="5023"/>
                    <a:pt x="253" y="1848"/>
                    <a:pt x="2666" y="578"/>
                  </a:cubicBezTo>
                  <a:cubicBezTo>
                    <a:pt x="5079" y="-692"/>
                    <a:pt x="8254" y="197"/>
                    <a:pt x="9524" y="261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515488" y="372682"/>
              <a:ext cx="73240" cy="40200"/>
            </a:xfrm>
            <a:custGeom>
              <a:avLst/>
              <a:gdLst/>
              <a:ahLst/>
              <a:cxnLst/>
              <a:rect l="l" t="t" r="r" b="b"/>
              <a:pathLst>
                <a:path w="73240" h="40200">
                  <a:moveTo>
                    <a:pt x="63251" y="32321"/>
                  </a:moveTo>
                  <a:cubicBezTo>
                    <a:pt x="62616" y="29019"/>
                    <a:pt x="61600" y="26098"/>
                    <a:pt x="59822" y="23304"/>
                  </a:cubicBezTo>
                  <a:cubicBezTo>
                    <a:pt x="59822" y="23304"/>
                    <a:pt x="59822" y="23304"/>
                    <a:pt x="59822" y="23304"/>
                  </a:cubicBezTo>
                  <a:cubicBezTo>
                    <a:pt x="58171" y="20510"/>
                    <a:pt x="56012" y="18097"/>
                    <a:pt x="53472" y="16065"/>
                  </a:cubicBezTo>
                  <a:cubicBezTo>
                    <a:pt x="53472" y="16065"/>
                    <a:pt x="53472" y="16065"/>
                    <a:pt x="53472" y="16065"/>
                  </a:cubicBezTo>
                  <a:cubicBezTo>
                    <a:pt x="50932" y="14033"/>
                    <a:pt x="48011" y="12509"/>
                    <a:pt x="44963" y="11493"/>
                  </a:cubicBezTo>
                  <a:cubicBezTo>
                    <a:pt x="44963" y="11493"/>
                    <a:pt x="44963" y="11493"/>
                    <a:pt x="44963" y="11493"/>
                  </a:cubicBezTo>
                  <a:cubicBezTo>
                    <a:pt x="41788" y="10477"/>
                    <a:pt x="38613" y="10096"/>
                    <a:pt x="35311" y="10350"/>
                  </a:cubicBezTo>
                  <a:cubicBezTo>
                    <a:pt x="35311" y="10350"/>
                    <a:pt x="35311" y="10350"/>
                    <a:pt x="35311" y="10350"/>
                  </a:cubicBezTo>
                  <a:cubicBezTo>
                    <a:pt x="32009" y="10604"/>
                    <a:pt x="28961" y="11366"/>
                    <a:pt x="25913" y="12636"/>
                  </a:cubicBezTo>
                  <a:lnTo>
                    <a:pt x="23881" y="7937"/>
                  </a:lnTo>
                  <a:lnTo>
                    <a:pt x="25913" y="12509"/>
                  </a:lnTo>
                  <a:cubicBezTo>
                    <a:pt x="22865" y="13906"/>
                    <a:pt x="20325" y="15684"/>
                    <a:pt x="17912" y="17970"/>
                  </a:cubicBezTo>
                  <a:cubicBezTo>
                    <a:pt x="17912" y="17970"/>
                    <a:pt x="17912" y="17970"/>
                    <a:pt x="17912" y="17970"/>
                  </a:cubicBezTo>
                  <a:cubicBezTo>
                    <a:pt x="15626" y="20256"/>
                    <a:pt x="13721" y="22923"/>
                    <a:pt x="12451" y="25971"/>
                  </a:cubicBezTo>
                  <a:lnTo>
                    <a:pt x="7879" y="23939"/>
                  </a:lnTo>
                  <a:lnTo>
                    <a:pt x="12451" y="25971"/>
                  </a:lnTo>
                  <a:cubicBezTo>
                    <a:pt x="11054" y="29019"/>
                    <a:pt x="10292" y="32067"/>
                    <a:pt x="10165" y="35369"/>
                  </a:cubicBezTo>
                  <a:cubicBezTo>
                    <a:pt x="10038" y="38163"/>
                    <a:pt x="7625" y="40322"/>
                    <a:pt x="4831" y="40195"/>
                  </a:cubicBezTo>
                  <a:cubicBezTo>
                    <a:pt x="2037" y="40068"/>
                    <a:pt x="-122" y="37655"/>
                    <a:pt x="5" y="34861"/>
                  </a:cubicBezTo>
                  <a:cubicBezTo>
                    <a:pt x="259" y="30289"/>
                    <a:pt x="1275" y="25971"/>
                    <a:pt x="3180" y="21907"/>
                  </a:cubicBezTo>
                  <a:cubicBezTo>
                    <a:pt x="3180" y="21907"/>
                    <a:pt x="3180" y="21907"/>
                    <a:pt x="3180" y="21907"/>
                  </a:cubicBezTo>
                  <a:cubicBezTo>
                    <a:pt x="5085" y="17843"/>
                    <a:pt x="7498" y="14160"/>
                    <a:pt x="10800" y="10858"/>
                  </a:cubicBezTo>
                  <a:lnTo>
                    <a:pt x="14356" y="14414"/>
                  </a:lnTo>
                  <a:lnTo>
                    <a:pt x="10800" y="10858"/>
                  </a:lnTo>
                  <a:cubicBezTo>
                    <a:pt x="13975" y="7683"/>
                    <a:pt x="17658" y="5143"/>
                    <a:pt x="21722" y="3238"/>
                  </a:cubicBezTo>
                  <a:cubicBezTo>
                    <a:pt x="21722" y="3238"/>
                    <a:pt x="21722" y="3238"/>
                    <a:pt x="21722" y="3238"/>
                  </a:cubicBezTo>
                  <a:cubicBezTo>
                    <a:pt x="25786" y="1460"/>
                    <a:pt x="30104" y="317"/>
                    <a:pt x="34676" y="63"/>
                  </a:cubicBezTo>
                  <a:lnTo>
                    <a:pt x="34930" y="5143"/>
                  </a:lnTo>
                  <a:lnTo>
                    <a:pt x="34676" y="63"/>
                  </a:lnTo>
                  <a:cubicBezTo>
                    <a:pt x="39121" y="-191"/>
                    <a:pt x="43566" y="317"/>
                    <a:pt x="47884" y="1714"/>
                  </a:cubicBezTo>
                  <a:lnTo>
                    <a:pt x="46360" y="6540"/>
                  </a:lnTo>
                  <a:lnTo>
                    <a:pt x="47884" y="1714"/>
                  </a:lnTo>
                  <a:cubicBezTo>
                    <a:pt x="52202" y="3111"/>
                    <a:pt x="56139" y="5143"/>
                    <a:pt x="59695" y="7937"/>
                  </a:cubicBezTo>
                  <a:lnTo>
                    <a:pt x="56520" y="11874"/>
                  </a:lnTo>
                  <a:lnTo>
                    <a:pt x="59695" y="7937"/>
                  </a:lnTo>
                  <a:cubicBezTo>
                    <a:pt x="63251" y="10731"/>
                    <a:pt x="66172" y="14033"/>
                    <a:pt x="68458" y="17970"/>
                  </a:cubicBezTo>
                  <a:lnTo>
                    <a:pt x="64140" y="20637"/>
                  </a:lnTo>
                  <a:lnTo>
                    <a:pt x="68458" y="17970"/>
                  </a:lnTo>
                  <a:cubicBezTo>
                    <a:pt x="70744" y="21780"/>
                    <a:pt x="72395" y="25971"/>
                    <a:pt x="73157" y="30416"/>
                  </a:cubicBezTo>
                  <a:cubicBezTo>
                    <a:pt x="73665" y="33210"/>
                    <a:pt x="71760" y="35877"/>
                    <a:pt x="69093" y="36258"/>
                  </a:cubicBezTo>
                  <a:cubicBezTo>
                    <a:pt x="66426" y="36639"/>
                    <a:pt x="63632" y="34861"/>
                    <a:pt x="63251" y="3219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578226" y="399288"/>
              <a:ext cx="36200" cy="61214"/>
            </a:xfrm>
            <a:custGeom>
              <a:avLst/>
              <a:gdLst/>
              <a:ahLst/>
              <a:cxnLst/>
              <a:rect l="l" t="t" r="r" b="b"/>
              <a:pathLst>
                <a:path w="36200" h="61214">
                  <a:moveTo>
                    <a:pt x="5593" y="0"/>
                  </a:moveTo>
                  <a:cubicBezTo>
                    <a:pt x="9657" y="0"/>
                    <a:pt x="13594" y="762"/>
                    <a:pt x="17404" y="2413"/>
                  </a:cubicBezTo>
                  <a:lnTo>
                    <a:pt x="15372" y="7112"/>
                  </a:lnTo>
                  <a:lnTo>
                    <a:pt x="17404" y="2413"/>
                  </a:lnTo>
                  <a:cubicBezTo>
                    <a:pt x="21214" y="3937"/>
                    <a:pt x="24516" y="6223"/>
                    <a:pt x="27310" y="9144"/>
                  </a:cubicBezTo>
                  <a:cubicBezTo>
                    <a:pt x="27310" y="9144"/>
                    <a:pt x="27310" y="9144"/>
                    <a:pt x="27310" y="9144"/>
                  </a:cubicBezTo>
                  <a:cubicBezTo>
                    <a:pt x="30231" y="12065"/>
                    <a:pt x="32390" y="15367"/>
                    <a:pt x="33914" y="19177"/>
                  </a:cubicBezTo>
                  <a:lnTo>
                    <a:pt x="29215" y="21082"/>
                  </a:lnTo>
                  <a:lnTo>
                    <a:pt x="33914" y="19177"/>
                  </a:lnTo>
                  <a:cubicBezTo>
                    <a:pt x="35438" y="22987"/>
                    <a:pt x="36200" y="26924"/>
                    <a:pt x="36200" y="30988"/>
                  </a:cubicBezTo>
                  <a:cubicBezTo>
                    <a:pt x="36200" y="30988"/>
                    <a:pt x="36200" y="30988"/>
                    <a:pt x="36200" y="30988"/>
                  </a:cubicBezTo>
                  <a:cubicBezTo>
                    <a:pt x="36200" y="35052"/>
                    <a:pt x="35311" y="38989"/>
                    <a:pt x="33660" y="42672"/>
                  </a:cubicBezTo>
                  <a:cubicBezTo>
                    <a:pt x="33660" y="42672"/>
                    <a:pt x="33660" y="42672"/>
                    <a:pt x="33660" y="42672"/>
                  </a:cubicBezTo>
                  <a:cubicBezTo>
                    <a:pt x="32009" y="46355"/>
                    <a:pt x="29723" y="49657"/>
                    <a:pt x="26802" y="52578"/>
                  </a:cubicBezTo>
                  <a:cubicBezTo>
                    <a:pt x="26802" y="52578"/>
                    <a:pt x="26802" y="52578"/>
                    <a:pt x="26802" y="52578"/>
                  </a:cubicBezTo>
                  <a:cubicBezTo>
                    <a:pt x="23881" y="55372"/>
                    <a:pt x="20452" y="57531"/>
                    <a:pt x="16769" y="59055"/>
                  </a:cubicBezTo>
                  <a:lnTo>
                    <a:pt x="14864" y="54356"/>
                  </a:lnTo>
                  <a:lnTo>
                    <a:pt x="16769" y="59055"/>
                  </a:lnTo>
                  <a:cubicBezTo>
                    <a:pt x="12959" y="60579"/>
                    <a:pt x="9022" y="61214"/>
                    <a:pt x="4958" y="61214"/>
                  </a:cubicBezTo>
                  <a:cubicBezTo>
                    <a:pt x="2164" y="61214"/>
                    <a:pt x="-122" y="58801"/>
                    <a:pt x="5" y="56007"/>
                  </a:cubicBezTo>
                  <a:cubicBezTo>
                    <a:pt x="132" y="53213"/>
                    <a:pt x="2418" y="50927"/>
                    <a:pt x="5212" y="51054"/>
                  </a:cubicBezTo>
                  <a:cubicBezTo>
                    <a:pt x="8006" y="51181"/>
                    <a:pt x="10546" y="50673"/>
                    <a:pt x="13086" y="49657"/>
                  </a:cubicBezTo>
                  <a:cubicBezTo>
                    <a:pt x="15626" y="48641"/>
                    <a:pt x="17912" y="47244"/>
                    <a:pt x="19817" y="45339"/>
                  </a:cubicBezTo>
                  <a:lnTo>
                    <a:pt x="23373" y="49022"/>
                  </a:lnTo>
                  <a:lnTo>
                    <a:pt x="19817" y="45339"/>
                  </a:lnTo>
                  <a:cubicBezTo>
                    <a:pt x="21849" y="43434"/>
                    <a:pt x="23246" y="41275"/>
                    <a:pt x="24389" y="38735"/>
                  </a:cubicBezTo>
                  <a:lnTo>
                    <a:pt x="29088" y="40767"/>
                  </a:lnTo>
                  <a:lnTo>
                    <a:pt x="24389" y="38735"/>
                  </a:lnTo>
                  <a:cubicBezTo>
                    <a:pt x="25532" y="36195"/>
                    <a:pt x="26040" y="33655"/>
                    <a:pt x="26040" y="30861"/>
                  </a:cubicBezTo>
                  <a:lnTo>
                    <a:pt x="31120" y="30861"/>
                  </a:lnTo>
                  <a:lnTo>
                    <a:pt x="26040" y="30861"/>
                  </a:lnTo>
                  <a:cubicBezTo>
                    <a:pt x="26040" y="28067"/>
                    <a:pt x="25532" y="25527"/>
                    <a:pt x="24516" y="22987"/>
                  </a:cubicBezTo>
                  <a:cubicBezTo>
                    <a:pt x="24516" y="22987"/>
                    <a:pt x="24516" y="22987"/>
                    <a:pt x="24516" y="22987"/>
                  </a:cubicBezTo>
                  <a:cubicBezTo>
                    <a:pt x="23500" y="20447"/>
                    <a:pt x="21976" y="18288"/>
                    <a:pt x="20071" y="16256"/>
                  </a:cubicBezTo>
                  <a:lnTo>
                    <a:pt x="23627" y="12700"/>
                  </a:lnTo>
                  <a:lnTo>
                    <a:pt x="20071" y="16256"/>
                  </a:lnTo>
                  <a:cubicBezTo>
                    <a:pt x="18166" y="14351"/>
                    <a:pt x="15880" y="12827"/>
                    <a:pt x="13467" y="11811"/>
                  </a:cubicBezTo>
                  <a:cubicBezTo>
                    <a:pt x="13467" y="11811"/>
                    <a:pt x="13467" y="11811"/>
                    <a:pt x="13467" y="11811"/>
                  </a:cubicBezTo>
                  <a:cubicBezTo>
                    <a:pt x="10927" y="10795"/>
                    <a:pt x="8387" y="10287"/>
                    <a:pt x="5593" y="10287"/>
                  </a:cubicBezTo>
                  <a:cubicBezTo>
                    <a:pt x="2799" y="10287"/>
                    <a:pt x="513" y="8001"/>
                    <a:pt x="513" y="5207"/>
                  </a:cubicBezTo>
                  <a:cubicBezTo>
                    <a:pt x="513" y="2413"/>
                    <a:pt x="2799" y="127"/>
                    <a:pt x="5593" y="1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400177" y="538226"/>
              <a:ext cx="169799" cy="10160"/>
            </a:xfrm>
            <a:custGeom>
              <a:avLst/>
              <a:gdLst/>
              <a:ahLst/>
              <a:cxnLst/>
              <a:rect l="l" t="t" r="r" b="b"/>
              <a:pathLst>
                <a:path w="169799" h="10160">
                  <a:moveTo>
                    <a:pt x="5080" y="0"/>
                  </a:moveTo>
                  <a:lnTo>
                    <a:pt x="164719" y="0"/>
                  </a:lnTo>
                  <a:cubicBezTo>
                    <a:pt x="167513" y="0"/>
                    <a:pt x="169799" y="2286"/>
                    <a:pt x="169799" y="5080"/>
                  </a:cubicBezTo>
                  <a:cubicBezTo>
                    <a:pt x="169799" y="7874"/>
                    <a:pt x="167513" y="10160"/>
                    <a:pt x="164719" y="10160"/>
                  </a:cubicBezTo>
                  <a:lnTo>
                    <a:pt x="5080" y="10160"/>
                  </a:lnTo>
                  <a:cubicBezTo>
                    <a:pt x="2286" y="10160"/>
                    <a:pt x="0" y="7874"/>
                    <a:pt x="0" y="5080"/>
                  </a:cubicBezTo>
                  <a:cubicBezTo>
                    <a:pt x="0" y="2286"/>
                    <a:pt x="2286" y="0"/>
                    <a:pt x="508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579374" y="558927"/>
              <a:ext cx="10287" cy="33528"/>
            </a:xfrm>
            <a:custGeom>
              <a:avLst/>
              <a:gdLst/>
              <a:ahLst/>
              <a:cxnLst/>
              <a:rect l="l" t="t" r="r" b="b"/>
              <a:pathLst>
                <a:path w="10287" h="33528">
                  <a:moveTo>
                    <a:pt x="10160" y="5080"/>
                  </a:moveTo>
                  <a:lnTo>
                    <a:pt x="10287" y="28448"/>
                  </a:lnTo>
                  <a:cubicBezTo>
                    <a:pt x="10287" y="31242"/>
                    <a:pt x="8001" y="33528"/>
                    <a:pt x="5207" y="33528"/>
                  </a:cubicBezTo>
                  <a:cubicBezTo>
                    <a:pt x="2413" y="33528"/>
                    <a:pt x="127" y="31242"/>
                    <a:pt x="127" y="2844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506222" y="604012"/>
              <a:ext cx="46990" cy="10287"/>
            </a:xfrm>
            <a:custGeom>
              <a:avLst/>
              <a:gdLst/>
              <a:ahLst/>
              <a:cxnLst/>
              <a:rect l="l" t="t" r="r" b="b"/>
              <a:pathLst>
                <a:path w="46990" h="10287">
                  <a:moveTo>
                    <a:pt x="41910" y="10287"/>
                  </a:moveTo>
                  <a:lnTo>
                    <a:pt x="5080" y="10160"/>
                  </a:lnTo>
                  <a:cubicBezTo>
                    <a:pt x="2286" y="10160"/>
                    <a:pt x="0" y="7874"/>
                    <a:pt x="0" y="5080"/>
                  </a:cubicBezTo>
                  <a:cubicBezTo>
                    <a:pt x="0" y="2286"/>
                    <a:pt x="2286" y="0"/>
                    <a:pt x="5080" y="0"/>
                  </a:cubicBezTo>
                  <a:lnTo>
                    <a:pt x="41910" y="127"/>
                  </a:lnTo>
                  <a:cubicBezTo>
                    <a:pt x="44704" y="127"/>
                    <a:pt x="46990" y="2413"/>
                    <a:pt x="46990" y="5207"/>
                  </a:cubicBezTo>
                  <a:cubicBezTo>
                    <a:pt x="46990" y="8001"/>
                    <a:pt x="44704" y="10287"/>
                    <a:pt x="41910" y="102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488504" y="402611"/>
              <a:ext cx="37198" cy="52238"/>
            </a:xfrm>
            <a:custGeom>
              <a:avLst/>
              <a:gdLst/>
              <a:ahLst/>
              <a:cxnLst/>
              <a:rect l="l" t="t" r="r" b="b"/>
              <a:pathLst>
                <a:path w="37198" h="52238">
                  <a:moveTo>
                    <a:pt x="11114" y="51160"/>
                  </a:moveTo>
                  <a:cubicBezTo>
                    <a:pt x="6034" y="47223"/>
                    <a:pt x="2605" y="42016"/>
                    <a:pt x="954" y="35793"/>
                  </a:cubicBezTo>
                  <a:cubicBezTo>
                    <a:pt x="954" y="35793"/>
                    <a:pt x="954" y="35793"/>
                    <a:pt x="954" y="35793"/>
                  </a:cubicBezTo>
                  <a:cubicBezTo>
                    <a:pt x="-697" y="29570"/>
                    <a:pt x="-189" y="23347"/>
                    <a:pt x="2351" y="17378"/>
                  </a:cubicBezTo>
                  <a:cubicBezTo>
                    <a:pt x="2351" y="17378"/>
                    <a:pt x="2351" y="17378"/>
                    <a:pt x="2351" y="17378"/>
                  </a:cubicBezTo>
                  <a:cubicBezTo>
                    <a:pt x="4891" y="11409"/>
                    <a:pt x="9082" y="6837"/>
                    <a:pt x="14670" y="3662"/>
                  </a:cubicBezTo>
                  <a:cubicBezTo>
                    <a:pt x="14670" y="3662"/>
                    <a:pt x="14670" y="3662"/>
                    <a:pt x="14670" y="3662"/>
                  </a:cubicBezTo>
                  <a:cubicBezTo>
                    <a:pt x="20258" y="487"/>
                    <a:pt x="26354" y="-656"/>
                    <a:pt x="32831" y="360"/>
                  </a:cubicBezTo>
                  <a:cubicBezTo>
                    <a:pt x="35625" y="741"/>
                    <a:pt x="37530" y="3408"/>
                    <a:pt x="37149" y="6075"/>
                  </a:cubicBezTo>
                  <a:cubicBezTo>
                    <a:pt x="36768" y="8742"/>
                    <a:pt x="34101" y="10774"/>
                    <a:pt x="31434" y="10393"/>
                  </a:cubicBezTo>
                  <a:cubicBezTo>
                    <a:pt x="27243" y="9758"/>
                    <a:pt x="23433" y="10520"/>
                    <a:pt x="19750" y="12552"/>
                  </a:cubicBezTo>
                  <a:lnTo>
                    <a:pt x="17210" y="8107"/>
                  </a:lnTo>
                  <a:lnTo>
                    <a:pt x="19750" y="12552"/>
                  </a:lnTo>
                  <a:cubicBezTo>
                    <a:pt x="16067" y="14584"/>
                    <a:pt x="13527" y="17505"/>
                    <a:pt x="11876" y="21442"/>
                  </a:cubicBezTo>
                  <a:lnTo>
                    <a:pt x="7177" y="19410"/>
                  </a:lnTo>
                  <a:lnTo>
                    <a:pt x="11876" y="21442"/>
                  </a:lnTo>
                  <a:cubicBezTo>
                    <a:pt x="10225" y="25379"/>
                    <a:pt x="9971" y="29189"/>
                    <a:pt x="10987" y="33253"/>
                  </a:cubicBezTo>
                  <a:lnTo>
                    <a:pt x="6034" y="34523"/>
                  </a:lnTo>
                  <a:lnTo>
                    <a:pt x="10987" y="33253"/>
                  </a:lnTo>
                  <a:cubicBezTo>
                    <a:pt x="12003" y="37317"/>
                    <a:pt x="14162" y="40619"/>
                    <a:pt x="17464" y="43159"/>
                  </a:cubicBezTo>
                  <a:cubicBezTo>
                    <a:pt x="19623" y="44937"/>
                    <a:pt x="20131" y="48112"/>
                    <a:pt x="18353" y="50271"/>
                  </a:cubicBezTo>
                  <a:cubicBezTo>
                    <a:pt x="16575" y="52430"/>
                    <a:pt x="13400" y="52938"/>
                    <a:pt x="11241" y="51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467106" y="604012"/>
              <a:ext cx="31242" cy="10160"/>
            </a:xfrm>
            <a:custGeom>
              <a:avLst/>
              <a:gdLst/>
              <a:ahLst/>
              <a:cxnLst/>
              <a:rect l="l" t="t" r="r" b="b"/>
              <a:pathLst>
                <a:path w="31242" h="10160">
                  <a:moveTo>
                    <a:pt x="26162" y="10160"/>
                  </a:moveTo>
                  <a:lnTo>
                    <a:pt x="5080" y="10160"/>
                  </a:lnTo>
                  <a:cubicBezTo>
                    <a:pt x="2286" y="10160"/>
                    <a:pt x="0" y="7874"/>
                    <a:pt x="0" y="5080"/>
                  </a:cubicBezTo>
                  <a:cubicBezTo>
                    <a:pt x="0" y="2286"/>
                    <a:pt x="2286" y="0"/>
                    <a:pt x="5080" y="0"/>
                  </a:cubicBezTo>
                  <a:lnTo>
                    <a:pt x="26162" y="0"/>
                  </a:lnTo>
                  <a:cubicBezTo>
                    <a:pt x="28956" y="0"/>
                    <a:pt x="31242" y="2286"/>
                    <a:pt x="31242" y="5080"/>
                  </a:cubicBezTo>
                  <a:cubicBezTo>
                    <a:pt x="31242" y="7874"/>
                    <a:pt x="28956" y="10160"/>
                    <a:pt x="26162" y="10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409194" y="604012"/>
              <a:ext cx="33020" cy="10287"/>
            </a:xfrm>
            <a:custGeom>
              <a:avLst/>
              <a:gdLst/>
              <a:ahLst/>
              <a:cxnLst/>
              <a:rect l="l" t="t" r="r" b="b"/>
              <a:pathLst>
                <a:path w="33020" h="10287">
                  <a:moveTo>
                    <a:pt x="27940" y="10160"/>
                  </a:moveTo>
                  <a:lnTo>
                    <a:pt x="5080" y="10287"/>
                  </a:lnTo>
                  <a:cubicBezTo>
                    <a:pt x="2286" y="10287"/>
                    <a:pt x="0" y="8001"/>
                    <a:pt x="0" y="5207"/>
                  </a:cubicBezTo>
                  <a:cubicBezTo>
                    <a:pt x="0" y="2413"/>
                    <a:pt x="2286" y="127"/>
                    <a:pt x="5080" y="127"/>
                  </a:cubicBezTo>
                  <a:lnTo>
                    <a:pt x="27940" y="0"/>
                  </a:lnTo>
                  <a:cubicBezTo>
                    <a:pt x="30734" y="0"/>
                    <a:pt x="33020" y="2286"/>
                    <a:pt x="33020" y="5080"/>
                  </a:cubicBezTo>
                  <a:cubicBezTo>
                    <a:pt x="33020" y="7874"/>
                    <a:pt x="30734" y="10160"/>
                    <a:pt x="27940" y="10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520954" y="450215"/>
              <a:ext cx="67310" cy="10160"/>
            </a:xfrm>
            <a:custGeom>
              <a:avLst/>
              <a:gdLst/>
              <a:ahLst/>
              <a:cxnLst/>
              <a:rect l="l" t="t" r="r" b="b"/>
              <a:pathLst>
                <a:path w="67310" h="10160">
                  <a:moveTo>
                    <a:pt x="62230" y="10160"/>
                  </a:moveTo>
                  <a:lnTo>
                    <a:pt x="5080" y="10160"/>
                  </a:lnTo>
                  <a:cubicBezTo>
                    <a:pt x="2286" y="10160"/>
                    <a:pt x="0" y="7874"/>
                    <a:pt x="0" y="5080"/>
                  </a:cubicBezTo>
                  <a:cubicBezTo>
                    <a:pt x="0" y="2286"/>
                    <a:pt x="2286" y="0"/>
                    <a:pt x="5080" y="0"/>
                  </a:cubicBezTo>
                  <a:lnTo>
                    <a:pt x="62230" y="0"/>
                  </a:lnTo>
                  <a:cubicBezTo>
                    <a:pt x="65024" y="0"/>
                    <a:pt x="67310" y="2286"/>
                    <a:pt x="67310" y="5080"/>
                  </a:cubicBezTo>
                  <a:cubicBezTo>
                    <a:pt x="67310" y="7874"/>
                    <a:pt x="65024" y="10160"/>
                    <a:pt x="62230" y="10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223688" y="2020172"/>
            <a:ext cx="10866845" cy="4234201"/>
            <a:chOff x="0" y="0"/>
            <a:chExt cx="6070600" cy="2365375"/>
          </a:xfrm>
        </p:grpSpPr>
        <p:sp>
          <p:nvSpPr>
            <p:cNvPr id="24" name="Freeform 24"/>
            <p:cNvSpPr/>
            <p:nvPr/>
          </p:nvSpPr>
          <p:spPr>
            <a:xfrm>
              <a:off x="63373" y="63500"/>
              <a:ext cx="5943727" cy="2238375"/>
            </a:xfrm>
            <a:custGeom>
              <a:avLst/>
              <a:gdLst/>
              <a:ahLst/>
              <a:cxnLst/>
              <a:rect l="l" t="t" r="r" b="b"/>
              <a:pathLst>
                <a:path w="5943727" h="2238375">
                  <a:moveTo>
                    <a:pt x="127" y="2216912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651"/>
                  </a:cubicBezTo>
                  <a:cubicBezTo>
                    <a:pt x="16129" y="635"/>
                    <a:pt x="18669" y="0"/>
                    <a:pt x="21590" y="0"/>
                  </a:cubicBezTo>
                  <a:lnTo>
                    <a:pt x="5922264" y="0"/>
                  </a:lnTo>
                  <a:cubicBezTo>
                    <a:pt x="5925058" y="0"/>
                    <a:pt x="5927852" y="508"/>
                    <a:pt x="5930519" y="1651"/>
                  </a:cubicBezTo>
                  <a:cubicBezTo>
                    <a:pt x="5933186" y="2794"/>
                    <a:pt x="5935472" y="4318"/>
                    <a:pt x="5937504" y="6223"/>
                  </a:cubicBezTo>
                  <a:cubicBezTo>
                    <a:pt x="5939535" y="8128"/>
                    <a:pt x="5941060" y="10541"/>
                    <a:pt x="5942076" y="13208"/>
                  </a:cubicBezTo>
                  <a:cubicBezTo>
                    <a:pt x="5943091" y="15875"/>
                    <a:pt x="5943727" y="18542"/>
                    <a:pt x="5943727" y="21463"/>
                  </a:cubicBezTo>
                  <a:lnTo>
                    <a:pt x="5943727" y="2216912"/>
                  </a:lnTo>
                  <a:cubicBezTo>
                    <a:pt x="5943727" y="2219706"/>
                    <a:pt x="5943219" y="2222500"/>
                    <a:pt x="5942076" y="2225167"/>
                  </a:cubicBezTo>
                  <a:cubicBezTo>
                    <a:pt x="5940933" y="2227834"/>
                    <a:pt x="5939409" y="2230120"/>
                    <a:pt x="5937504" y="2232152"/>
                  </a:cubicBezTo>
                  <a:cubicBezTo>
                    <a:pt x="5935599" y="2234184"/>
                    <a:pt x="5933186" y="2235708"/>
                    <a:pt x="5930519" y="2236724"/>
                  </a:cubicBezTo>
                  <a:cubicBezTo>
                    <a:pt x="5927852" y="2237740"/>
                    <a:pt x="5925185" y="2238375"/>
                    <a:pt x="5922264" y="2238375"/>
                  </a:cubicBezTo>
                  <a:lnTo>
                    <a:pt x="21590" y="2238375"/>
                  </a:lnTo>
                  <a:cubicBezTo>
                    <a:pt x="18796" y="2238375"/>
                    <a:pt x="16002" y="2237867"/>
                    <a:pt x="13335" y="2236724"/>
                  </a:cubicBezTo>
                  <a:cubicBezTo>
                    <a:pt x="10668" y="2235581"/>
                    <a:pt x="8382" y="2234057"/>
                    <a:pt x="6350" y="2232152"/>
                  </a:cubicBezTo>
                  <a:cubicBezTo>
                    <a:pt x="4318" y="2230247"/>
                    <a:pt x="2794" y="2227834"/>
                    <a:pt x="1651" y="2225167"/>
                  </a:cubicBezTo>
                  <a:cubicBezTo>
                    <a:pt x="508" y="2222500"/>
                    <a:pt x="0" y="2219833"/>
                    <a:pt x="0" y="2216912"/>
                  </a:cubicBezTo>
                </a:path>
              </a:pathLst>
            </a:custGeom>
            <a:solidFill>
              <a:srgbClr val="F2EEE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234950" y="234823"/>
              <a:ext cx="514096" cy="514350"/>
            </a:xfrm>
            <a:custGeom>
              <a:avLst/>
              <a:gdLst/>
              <a:ahLst/>
              <a:cxnLst/>
              <a:rect l="l" t="t" r="r" b="b"/>
              <a:pathLst>
                <a:path w="514096" h="514350">
                  <a:moveTo>
                    <a:pt x="0" y="257302"/>
                  </a:moveTo>
                  <a:cubicBezTo>
                    <a:pt x="0" y="248920"/>
                    <a:pt x="381" y="240411"/>
                    <a:pt x="1270" y="232029"/>
                  </a:cubicBezTo>
                  <a:cubicBezTo>
                    <a:pt x="2159" y="223647"/>
                    <a:pt x="3302" y="215265"/>
                    <a:pt x="4953" y="207010"/>
                  </a:cubicBezTo>
                  <a:cubicBezTo>
                    <a:pt x="6604" y="198755"/>
                    <a:pt x="8636" y="190627"/>
                    <a:pt x="11049" y="182499"/>
                  </a:cubicBezTo>
                  <a:cubicBezTo>
                    <a:pt x="13462" y="174371"/>
                    <a:pt x="16383" y="166497"/>
                    <a:pt x="19558" y="158750"/>
                  </a:cubicBezTo>
                  <a:cubicBezTo>
                    <a:pt x="22733" y="151003"/>
                    <a:pt x="26416" y="143383"/>
                    <a:pt x="30353" y="135890"/>
                  </a:cubicBezTo>
                  <a:cubicBezTo>
                    <a:pt x="34290" y="128397"/>
                    <a:pt x="38608" y="121285"/>
                    <a:pt x="43307" y="114300"/>
                  </a:cubicBezTo>
                  <a:cubicBezTo>
                    <a:pt x="48006" y="107315"/>
                    <a:pt x="52959" y="100584"/>
                    <a:pt x="58293" y="93980"/>
                  </a:cubicBezTo>
                  <a:cubicBezTo>
                    <a:pt x="63627" y="87376"/>
                    <a:pt x="69342" y="81280"/>
                    <a:pt x="75184" y="75311"/>
                  </a:cubicBezTo>
                  <a:cubicBezTo>
                    <a:pt x="81026" y="69342"/>
                    <a:pt x="87376" y="63754"/>
                    <a:pt x="93853" y="58293"/>
                  </a:cubicBezTo>
                  <a:cubicBezTo>
                    <a:pt x="100330" y="52832"/>
                    <a:pt x="107061" y="48006"/>
                    <a:pt x="114173" y="43307"/>
                  </a:cubicBezTo>
                  <a:cubicBezTo>
                    <a:pt x="121285" y="38608"/>
                    <a:pt x="128397" y="34290"/>
                    <a:pt x="135763" y="30353"/>
                  </a:cubicBezTo>
                  <a:cubicBezTo>
                    <a:pt x="143129" y="26416"/>
                    <a:pt x="150749" y="22733"/>
                    <a:pt x="158623" y="19558"/>
                  </a:cubicBezTo>
                  <a:cubicBezTo>
                    <a:pt x="166497" y="16383"/>
                    <a:pt x="174371" y="13462"/>
                    <a:pt x="182372" y="11049"/>
                  </a:cubicBezTo>
                  <a:cubicBezTo>
                    <a:pt x="190373" y="8636"/>
                    <a:pt x="198628" y="6604"/>
                    <a:pt x="206883" y="4953"/>
                  </a:cubicBezTo>
                  <a:cubicBezTo>
                    <a:pt x="215138" y="3302"/>
                    <a:pt x="223520" y="2032"/>
                    <a:pt x="231902" y="1270"/>
                  </a:cubicBezTo>
                  <a:cubicBezTo>
                    <a:pt x="240284" y="508"/>
                    <a:pt x="248666" y="0"/>
                    <a:pt x="257048" y="0"/>
                  </a:cubicBezTo>
                  <a:cubicBezTo>
                    <a:pt x="265430" y="0"/>
                    <a:pt x="273939" y="381"/>
                    <a:pt x="282194" y="1270"/>
                  </a:cubicBezTo>
                  <a:cubicBezTo>
                    <a:pt x="290449" y="2159"/>
                    <a:pt x="298958" y="3302"/>
                    <a:pt x="307213" y="4953"/>
                  </a:cubicBezTo>
                  <a:cubicBezTo>
                    <a:pt x="315468" y="6604"/>
                    <a:pt x="323596" y="8636"/>
                    <a:pt x="331724" y="11049"/>
                  </a:cubicBezTo>
                  <a:cubicBezTo>
                    <a:pt x="339852" y="13462"/>
                    <a:pt x="347726" y="16383"/>
                    <a:pt x="355473" y="19558"/>
                  </a:cubicBezTo>
                  <a:cubicBezTo>
                    <a:pt x="363220" y="22733"/>
                    <a:pt x="370840" y="26416"/>
                    <a:pt x="378333" y="30353"/>
                  </a:cubicBezTo>
                  <a:cubicBezTo>
                    <a:pt x="385826" y="34290"/>
                    <a:pt x="392938" y="38608"/>
                    <a:pt x="399923" y="43307"/>
                  </a:cubicBezTo>
                  <a:cubicBezTo>
                    <a:pt x="406908" y="48006"/>
                    <a:pt x="413639" y="52959"/>
                    <a:pt x="420243" y="58293"/>
                  </a:cubicBezTo>
                  <a:cubicBezTo>
                    <a:pt x="426847" y="63627"/>
                    <a:pt x="432943" y="69342"/>
                    <a:pt x="438912" y="75311"/>
                  </a:cubicBezTo>
                  <a:cubicBezTo>
                    <a:pt x="444881" y="81280"/>
                    <a:pt x="450469" y="87503"/>
                    <a:pt x="455803" y="93980"/>
                  </a:cubicBezTo>
                  <a:cubicBezTo>
                    <a:pt x="461137" y="100457"/>
                    <a:pt x="466217" y="107188"/>
                    <a:pt x="470789" y="114300"/>
                  </a:cubicBezTo>
                  <a:cubicBezTo>
                    <a:pt x="475361" y="121412"/>
                    <a:pt x="479806" y="128524"/>
                    <a:pt x="483743" y="135890"/>
                  </a:cubicBezTo>
                  <a:cubicBezTo>
                    <a:pt x="487680" y="143256"/>
                    <a:pt x="491363" y="150876"/>
                    <a:pt x="494538" y="158750"/>
                  </a:cubicBezTo>
                  <a:cubicBezTo>
                    <a:pt x="497713" y="166624"/>
                    <a:pt x="500634" y="174498"/>
                    <a:pt x="503047" y="182499"/>
                  </a:cubicBezTo>
                  <a:cubicBezTo>
                    <a:pt x="505460" y="190500"/>
                    <a:pt x="507492" y="198755"/>
                    <a:pt x="509143" y="207010"/>
                  </a:cubicBezTo>
                  <a:cubicBezTo>
                    <a:pt x="510794" y="215265"/>
                    <a:pt x="512064" y="223647"/>
                    <a:pt x="512826" y="232029"/>
                  </a:cubicBezTo>
                  <a:cubicBezTo>
                    <a:pt x="513588" y="240411"/>
                    <a:pt x="514096" y="248793"/>
                    <a:pt x="514096" y="257302"/>
                  </a:cubicBezTo>
                  <a:cubicBezTo>
                    <a:pt x="514096" y="265811"/>
                    <a:pt x="513715" y="274066"/>
                    <a:pt x="512826" y="282575"/>
                  </a:cubicBezTo>
                  <a:cubicBezTo>
                    <a:pt x="511937" y="291084"/>
                    <a:pt x="510794" y="299212"/>
                    <a:pt x="509143" y="307467"/>
                  </a:cubicBezTo>
                  <a:cubicBezTo>
                    <a:pt x="507492" y="315722"/>
                    <a:pt x="505460" y="323850"/>
                    <a:pt x="503047" y="331978"/>
                  </a:cubicBezTo>
                  <a:cubicBezTo>
                    <a:pt x="500634" y="340106"/>
                    <a:pt x="497713" y="347980"/>
                    <a:pt x="494538" y="355727"/>
                  </a:cubicBezTo>
                  <a:cubicBezTo>
                    <a:pt x="491363" y="363474"/>
                    <a:pt x="487680" y="371094"/>
                    <a:pt x="483743" y="378587"/>
                  </a:cubicBezTo>
                  <a:cubicBezTo>
                    <a:pt x="479806" y="386080"/>
                    <a:pt x="475488" y="393192"/>
                    <a:pt x="470789" y="400177"/>
                  </a:cubicBezTo>
                  <a:cubicBezTo>
                    <a:pt x="466090" y="407162"/>
                    <a:pt x="461137" y="413893"/>
                    <a:pt x="455803" y="420497"/>
                  </a:cubicBezTo>
                  <a:cubicBezTo>
                    <a:pt x="450469" y="427101"/>
                    <a:pt x="444754" y="433197"/>
                    <a:pt x="438912" y="439166"/>
                  </a:cubicBezTo>
                  <a:cubicBezTo>
                    <a:pt x="433070" y="445135"/>
                    <a:pt x="426720" y="450723"/>
                    <a:pt x="420243" y="456057"/>
                  </a:cubicBezTo>
                  <a:cubicBezTo>
                    <a:pt x="413766" y="461391"/>
                    <a:pt x="407035" y="466471"/>
                    <a:pt x="399923" y="471043"/>
                  </a:cubicBezTo>
                  <a:cubicBezTo>
                    <a:pt x="392811" y="475615"/>
                    <a:pt x="385699" y="480060"/>
                    <a:pt x="378333" y="483997"/>
                  </a:cubicBezTo>
                  <a:cubicBezTo>
                    <a:pt x="370967" y="487934"/>
                    <a:pt x="363347" y="491617"/>
                    <a:pt x="355473" y="494792"/>
                  </a:cubicBezTo>
                  <a:cubicBezTo>
                    <a:pt x="347599" y="497967"/>
                    <a:pt x="339725" y="500888"/>
                    <a:pt x="331724" y="503301"/>
                  </a:cubicBezTo>
                  <a:cubicBezTo>
                    <a:pt x="323723" y="505714"/>
                    <a:pt x="315468" y="507746"/>
                    <a:pt x="307213" y="509397"/>
                  </a:cubicBezTo>
                  <a:cubicBezTo>
                    <a:pt x="298958" y="511048"/>
                    <a:pt x="290576" y="512318"/>
                    <a:pt x="282194" y="513080"/>
                  </a:cubicBezTo>
                  <a:cubicBezTo>
                    <a:pt x="273812" y="513842"/>
                    <a:pt x="265430" y="514350"/>
                    <a:pt x="257048" y="514350"/>
                  </a:cubicBezTo>
                  <a:cubicBezTo>
                    <a:pt x="248666" y="514350"/>
                    <a:pt x="240284" y="513969"/>
                    <a:pt x="231902" y="513080"/>
                  </a:cubicBezTo>
                  <a:cubicBezTo>
                    <a:pt x="223520" y="512191"/>
                    <a:pt x="215138" y="511048"/>
                    <a:pt x="206883" y="509397"/>
                  </a:cubicBezTo>
                  <a:cubicBezTo>
                    <a:pt x="198628" y="507746"/>
                    <a:pt x="190500" y="505714"/>
                    <a:pt x="182372" y="503301"/>
                  </a:cubicBezTo>
                  <a:cubicBezTo>
                    <a:pt x="174244" y="500888"/>
                    <a:pt x="166370" y="497967"/>
                    <a:pt x="158623" y="494792"/>
                  </a:cubicBezTo>
                  <a:cubicBezTo>
                    <a:pt x="150876" y="491617"/>
                    <a:pt x="143256" y="487934"/>
                    <a:pt x="135763" y="483997"/>
                  </a:cubicBezTo>
                  <a:cubicBezTo>
                    <a:pt x="128270" y="480060"/>
                    <a:pt x="121158" y="475742"/>
                    <a:pt x="114173" y="471043"/>
                  </a:cubicBezTo>
                  <a:cubicBezTo>
                    <a:pt x="107188" y="466344"/>
                    <a:pt x="100457" y="461391"/>
                    <a:pt x="93853" y="456057"/>
                  </a:cubicBezTo>
                  <a:cubicBezTo>
                    <a:pt x="87249" y="450723"/>
                    <a:pt x="81153" y="445008"/>
                    <a:pt x="75184" y="439166"/>
                  </a:cubicBezTo>
                  <a:cubicBezTo>
                    <a:pt x="69215" y="433324"/>
                    <a:pt x="63627" y="426974"/>
                    <a:pt x="58293" y="420497"/>
                  </a:cubicBezTo>
                  <a:cubicBezTo>
                    <a:pt x="52959" y="414020"/>
                    <a:pt x="47879" y="407289"/>
                    <a:pt x="43307" y="400177"/>
                  </a:cubicBezTo>
                  <a:cubicBezTo>
                    <a:pt x="38735" y="393065"/>
                    <a:pt x="34290" y="385953"/>
                    <a:pt x="30353" y="378587"/>
                  </a:cubicBezTo>
                  <a:cubicBezTo>
                    <a:pt x="26416" y="371221"/>
                    <a:pt x="22733" y="363601"/>
                    <a:pt x="19558" y="355727"/>
                  </a:cubicBezTo>
                  <a:cubicBezTo>
                    <a:pt x="16383" y="347853"/>
                    <a:pt x="13462" y="339979"/>
                    <a:pt x="11049" y="331978"/>
                  </a:cubicBezTo>
                  <a:cubicBezTo>
                    <a:pt x="8636" y="323977"/>
                    <a:pt x="6604" y="315722"/>
                    <a:pt x="4953" y="307467"/>
                  </a:cubicBezTo>
                  <a:cubicBezTo>
                    <a:pt x="3302" y="299212"/>
                    <a:pt x="2032" y="290957"/>
                    <a:pt x="1270" y="282575"/>
                  </a:cubicBezTo>
                  <a:cubicBezTo>
                    <a:pt x="508" y="274193"/>
                    <a:pt x="0" y="265811"/>
                    <a:pt x="0" y="257302"/>
                  </a:cubicBezTo>
                </a:path>
              </a:pathLst>
            </a:custGeom>
            <a:solidFill>
              <a:srgbClr val="4D6C92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385637" y="372683"/>
              <a:ext cx="113155" cy="77341"/>
            </a:xfrm>
            <a:custGeom>
              <a:avLst/>
              <a:gdLst/>
              <a:ahLst/>
              <a:cxnLst/>
              <a:rect l="l" t="t" r="r" b="b"/>
              <a:pathLst>
                <a:path w="113155" h="77341">
                  <a:moveTo>
                    <a:pt x="110806" y="9460"/>
                  </a:moveTo>
                  <a:lnTo>
                    <a:pt x="7936" y="76516"/>
                  </a:lnTo>
                  <a:cubicBezTo>
                    <a:pt x="5523" y="78040"/>
                    <a:pt x="2348" y="77405"/>
                    <a:pt x="824" y="74992"/>
                  </a:cubicBezTo>
                  <a:cubicBezTo>
                    <a:pt x="-700" y="72579"/>
                    <a:pt x="-65" y="69404"/>
                    <a:pt x="2348" y="67880"/>
                  </a:cubicBezTo>
                  <a:lnTo>
                    <a:pt x="105218" y="824"/>
                  </a:lnTo>
                  <a:cubicBezTo>
                    <a:pt x="107631" y="-700"/>
                    <a:pt x="110806" y="-65"/>
                    <a:pt x="112330" y="2348"/>
                  </a:cubicBezTo>
                  <a:cubicBezTo>
                    <a:pt x="113854" y="4761"/>
                    <a:pt x="113219" y="7936"/>
                    <a:pt x="110806" y="94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488507" y="372683"/>
              <a:ext cx="113790" cy="77341"/>
            </a:xfrm>
            <a:custGeom>
              <a:avLst/>
              <a:gdLst/>
              <a:ahLst/>
              <a:cxnLst/>
              <a:rect l="l" t="t" r="r" b="b"/>
              <a:pathLst>
                <a:path w="113790" h="77341">
                  <a:moveTo>
                    <a:pt x="105853" y="76516"/>
                  </a:moveTo>
                  <a:lnTo>
                    <a:pt x="2348" y="9460"/>
                  </a:lnTo>
                  <a:cubicBezTo>
                    <a:pt x="-65" y="7936"/>
                    <a:pt x="-700" y="4761"/>
                    <a:pt x="824" y="2348"/>
                  </a:cubicBezTo>
                  <a:cubicBezTo>
                    <a:pt x="2348" y="-65"/>
                    <a:pt x="5523" y="-700"/>
                    <a:pt x="7936" y="824"/>
                  </a:cubicBezTo>
                  <a:lnTo>
                    <a:pt x="111441" y="67880"/>
                  </a:lnTo>
                  <a:cubicBezTo>
                    <a:pt x="113854" y="69404"/>
                    <a:pt x="114489" y="72579"/>
                    <a:pt x="112965" y="74992"/>
                  </a:cubicBezTo>
                  <a:cubicBezTo>
                    <a:pt x="111441" y="77405"/>
                    <a:pt x="108266" y="78040"/>
                    <a:pt x="105853" y="765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385699" y="439801"/>
              <a:ext cx="216535" cy="10160"/>
            </a:xfrm>
            <a:custGeom>
              <a:avLst/>
              <a:gdLst/>
              <a:ahLst/>
              <a:cxnLst/>
              <a:rect l="l" t="t" r="r" b="b"/>
              <a:pathLst>
                <a:path w="216535" h="10160">
                  <a:moveTo>
                    <a:pt x="211455" y="10160"/>
                  </a:moveTo>
                  <a:lnTo>
                    <a:pt x="5080" y="10160"/>
                  </a:lnTo>
                  <a:cubicBezTo>
                    <a:pt x="2286" y="10160"/>
                    <a:pt x="0" y="7874"/>
                    <a:pt x="0" y="5080"/>
                  </a:cubicBezTo>
                  <a:cubicBezTo>
                    <a:pt x="0" y="2286"/>
                    <a:pt x="2286" y="0"/>
                    <a:pt x="5080" y="0"/>
                  </a:cubicBezTo>
                  <a:lnTo>
                    <a:pt x="211455" y="0"/>
                  </a:lnTo>
                  <a:cubicBezTo>
                    <a:pt x="214249" y="0"/>
                    <a:pt x="216535" y="2286"/>
                    <a:pt x="216535" y="5080"/>
                  </a:cubicBezTo>
                  <a:cubicBezTo>
                    <a:pt x="216535" y="7874"/>
                    <a:pt x="214249" y="10160"/>
                    <a:pt x="211455" y="10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410591" y="439674"/>
              <a:ext cx="10160" cy="129921"/>
            </a:xfrm>
            <a:custGeom>
              <a:avLst/>
              <a:gdLst/>
              <a:ahLst/>
              <a:cxnLst/>
              <a:rect l="l" t="t" r="r" b="b"/>
              <a:pathLst>
                <a:path w="10160" h="129921">
                  <a:moveTo>
                    <a:pt x="0" y="124841"/>
                  </a:move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lnTo>
                    <a:pt x="10160" y="124841"/>
                  </a:lnTo>
                  <a:cubicBezTo>
                    <a:pt x="10160" y="127635"/>
                    <a:pt x="7874" y="129921"/>
                    <a:pt x="5080" y="129921"/>
                  </a:cubicBezTo>
                  <a:cubicBezTo>
                    <a:pt x="2286" y="129921"/>
                    <a:pt x="0" y="127635"/>
                    <a:pt x="0" y="12484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566801" y="439674"/>
              <a:ext cx="10160" cy="130302"/>
            </a:xfrm>
            <a:custGeom>
              <a:avLst/>
              <a:gdLst/>
              <a:ahLst/>
              <a:cxnLst/>
              <a:rect l="l" t="t" r="r" b="b"/>
              <a:pathLst>
                <a:path w="10160" h="130302">
                  <a:moveTo>
                    <a:pt x="10160" y="5080"/>
                  </a:moveTo>
                  <a:lnTo>
                    <a:pt x="10160" y="125222"/>
                  </a:lnTo>
                  <a:cubicBezTo>
                    <a:pt x="10160" y="128016"/>
                    <a:pt x="7874" y="130302"/>
                    <a:pt x="5080" y="130302"/>
                  </a:cubicBezTo>
                  <a:cubicBezTo>
                    <a:pt x="2286" y="130302"/>
                    <a:pt x="0" y="128016"/>
                    <a:pt x="0" y="12522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435991" y="457073"/>
              <a:ext cx="10160" cy="112903"/>
            </a:xfrm>
            <a:custGeom>
              <a:avLst/>
              <a:gdLst/>
              <a:ahLst/>
              <a:cxnLst/>
              <a:rect l="l" t="t" r="r" b="b"/>
              <a:pathLst>
                <a:path w="10160" h="112903">
                  <a:moveTo>
                    <a:pt x="10160" y="5080"/>
                  </a:moveTo>
                  <a:lnTo>
                    <a:pt x="10160" y="107823"/>
                  </a:lnTo>
                  <a:cubicBezTo>
                    <a:pt x="10160" y="110617"/>
                    <a:pt x="7874" y="112903"/>
                    <a:pt x="5080" y="112903"/>
                  </a:cubicBezTo>
                  <a:cubicBezTo>
                    <a:pt x="2286" y="112903"/>
                    <a:pt x="0" y="110617"/>
                    <a:pt x="0" y="107823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476123" y="457835"/>
              <a:ext cx="10160" cy="110998"/>
            </a:xfrm>
            <a:custGeom>
              <a:avLst/>
              <a:gdLst/>
              <a:ahLst/>
              <a:cxnLst/>
              <a:rect l="l" t="t" r="r" b="b"/>
              <a:pathLst>
                <a:path w="10160" h="110998">
                  <a:moveTo>
                    <a:pt x="10160" y="5080"/>
                  </a:moveTo>
                  <a:lnTo>
                    <a:pt x="10160" y="105918"/>
                  </a:lnTo>
                  <a:cubicBezTo>
                    <a:pt x="10160" y="108712"/>
                    <a:pt x="7874" y="110998"/>
                    <a:pt x="5080" y="110998"/>
                  </a:cubicBezTo>
                  <a:cubicBezTo>
                    <a:pt x="2286" y="110998"/>
                    <a:pt x="0" y="108712"/>
                    <a:pt x="0" y="10591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501396" y="456819"/>
              <a:ext cx="10160" cy="112903"/>
            </a:xfrm>
            <a:custGeom>
              <a:avLst/>
              <a:gdLst/>
              <a:ahLst/>
              <a:cxnLst/>
              <a:rect l="l" t="t" r="r" b="b"/>
              <a:pathLst>
                <a:path w="10160" h="112903">
                  <a:moveTo>
                    <a:pt x="10160" y="5080"/>
                  </a:moveTo>
                  <a:lnTo>
                    <a:pt x="10160" y="107823"/>
                  </a:lnTo>
                  <a:cubicBezTo>
                    <a:pt x="10160" y="110617"/>
                    <a:pt x="7874" y="112903"/>
                    <a:pt x="5080" y="112903"/>
                  </a:cubicBezTo>
                  <a:cubicBezTo>
                    <a:pt x="2286" y="112903"/>
                    <a:pt x="0" y="110617"/>
                    <a:pt x="0" y="107823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541782" y="456692"/>
              <a:ext cx="10160" cy="112014"/>
            </a:xfrm>
            <a:custGeom>
              <a:avLst/>
              <a:gdLst/>
              <a:ahLst/>
              <a:cxnLst/>
              <a:rect l="l" t="t" r="r" b="b"/>
              <a:pathLst>
                <a:path w="10160" h="112014">
                  <a:moveTo>
                    <a:pt x="10160" y="5080"/>
                  </a:moveTo>
                  <a:lnTo>
                    <a:pt x="10160" y="106934"/>
                  </a:lnTo>
                  <a:cubicBezTo>
                    <a:pt x="10160" y="109728"/>
                    <a:pt x="7874" y="112014"/>
                    <a:pt x="5080" y="112014"/>
                  </a:cubicBezTo>
                  <a:cubicBezTo>
                    <a:pt x="2286" y="112014"/>
                    <a:pt x="0" y="109728"/>
                    <a:pt x="0" y="10693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384429" y="577088"/>
              <a:ext cx="218186" cy="10160"/>
            </a:xfrm>
            <a:custGeom>
              <a:avLst/>
              <a:gdLst/>
              <a:ahLst/>
              <a:cxnLst/>
              <a:rect l="l" t="t" r="r" b="b"/>
              <a:pathLst>
                <a:path w="218186" h="10160">
                  <a:moveTo>
                    <a:pt x="213106" y="10160"/>
                  </a:moveTo>
                  <a:lnTo>
                    <a:pt x="5080" y="10160"/>
                  </a:lnTo>
                  <a:cubicBezTo>
                    <a:pt x="2286" y="10160"/>
                    <a:pt x="0" y="7874"/>
                    <a:pt x="0" y="5080"/>
                  </a:cubicBezTo>
                  <a:cubicBezTo>
                    <a:pt x="0" y="2286"/>
                    <a:pt x="2286" y="0"/>
                    <a:pt x="5080" y="0"/>
                  </a:cubicBezTo>
                  <a:lnTo>
                    <a:pt x="213106" y="0"/>
                  </a:lnTo>
                  <a:cubicBezTo>
                    <a:pt x="215900" y="0"/>
                    <a:pt x="218186" y="2286"/>
                    <a:pt x="218186" y="5080"/>
                  </a:cubicBezTo>
                  <a:cubicBezTo>
                    <a:pt x="218186" y="7874"/>
                    <a:pt x="215900" y="10160"/>
                    <a:pt x="213106" y="10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592455" y="576961"/>
              <a:ext cx="10160" cy="37338"/>
            </a:xfrm>
            <a:custGeom>
              <a:avLst/>
              <a:gdLst/>
              <a:ahLst/>
              <a:cxnLst/>
              <a:rect l="l" t="t" r="r" b="b"/>
              <a:pathLst>
                <a:path w="10160" h="37338">
                  <a:moveTo>
                    <a:pt x="0" y="32258"/>
                  </a:move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lnTo>
                    <a:pt x="10160" y="32258"/>
                  </a:lnTo>
                  <a:cubicBezTo>
                    <a:pt x="10160" y="35052"/>
                    <a:pt x="7874" y="37338"/>
                    <a:pt x="5080" y="37338"/>
                  </a:cubicBezTo>
                  <a:cubicBezTo>
                    <a:pt x="2286" y="37338"/>
                    <a:pt x="0" y="35052"/>
                    <a:pt x="0" y="3225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384302" y="604139"/>
              <a:ext cx="218313" cy="10160"/>
            </a:xfrm>
            <a:custGeom>
              <a:avLst/>
              <a:gdLst/>
              <a:ahLst/>
              <a:cxnLst/>
              <a:rect l="l" t="t" r="r" b="b"/>
              <a:pathLst>
                <a:path w="218313" h="10160">
                  <a:moveTo>
                    <a:pt x="213233" y="10160"/>
                  </a:moveTo>
                  <a:lnTo>
                    <a:pt x="5080" y="10160"/>
                  </a:lnTo>
                  <a:cubicBezTo>
                    <a:pt x="2286" y="10160"/>
                    <a:pt x="0" y="7874"/>
                    <a:pt x="0" y="5080"/>
                  </a:cubicBezTo>
                  <a:cubicBezTo>
                    <a:pt x="0" y="2286"/>
                    <a:pt x="2286" y="0"/>
                    <a:pt x="5080" y="0"/>
                  </a:cubicBezTo>
                  <a:lnTo>
                    <a:pt x="213233" y="0"/>
                  </a:lnTo>
                  <a:cubicBezTo>
                    <a:pt x="216027" y="0"/>
                    <a:pt x="218313" y="2286"/>
                    <a:pt x="218313" y="5080"/>
                  </a:cubicBezTo>
                  <a:cubicBezTo>
                    <a:pt x="218313" y="7874"/>
                    <a:pt x="216027" y="10160"/>
                    <a:pt x="213233" y="10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384302" y="576961"/>
              <a:ext cx="10160" cy="37338"/>
            </a:xfrm>
            <a:custGeom>
              <a:avLst/>
              <a:gdLst/>
              <a:ahLst/>
              <a:cxnLst/>
              <a:rect l="l" t="t" r="r" b="b"/>
              <a:pathLst>
                <a:path w="10160" h="37338">
                  <a:moveTo>
                    <a:pt x="0" y="32258"/>
                  </a:move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lnTo>
                    <a:pt x="10160" y="32258"/>
                  </a:lnTo>
                  <a:cubicBezTo>
                    <a:pt x="10160" y="35052"/>
                    <a:pt x="7874" y="37338"/>
                    <a:pt x="5080" y="37338"/>
                  </a:cubicBezTo>
                  <a:cubicBezTo>
                    <a:pt x="2286" y="37338"/>
                    <a:pt x="0" y="35052"/>
                    <a:pt x="0" y="3225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2007453" y="694942"/>
            <a:ext cx="16239004" cy="782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8"/>
              </a:lnSpc>
            </a:pPr>
            <a:r>
              <a:rPr lang="en-US" sz="500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Project Vision: Digitisation and Unification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854256" y="6651763"/>
            <a:ext cx="2897862" cy="69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4"/>
              </a:lnSpc>
            </a:pPr>
            <a:r>
              <a:rPr lang="en-US" sz="3513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Unified Access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453971" y="8210082"/>
            <a:ext cx="73885" cy="533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7"/>
              </a:lnSpc>
            </a:pPr>
            <a:r>
              <a:rPr lang="en-US" sz="214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676737" y="2490687"/>
            <a:ext cx="3853458" cy="71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97"/>
              </a:lnSpc>
            </a:pPr>
            <a:r>
              <a:rPr lang="en-US" sz="3513" dirty="0" err="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Digitise</a:t>
            </a:r>
            <a:r>
              <a:rPr lang="en-US" sz="3513" dirty="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3513" dirty="0" smtClean="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Operations</a:t>
            </a:r>
            <a:endParaRPr lang="en-US" sz="3513" dirty="0">
              <a:solidFill>
                <a:srgbClr val="383838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2854256" y="4388315"/>
            <a:ext cx="73885" cy="543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7"/>
              </a:lnSpc>
            </a:pPr>
            <a:r>
              <a:rPr lang="en-US" sz="214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600201" y="4076700"/>
            <a:ext cx="10058400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04"/>
              </a:lnSpc>
            </a:pPr>
            <a:r>
              <a:rPr lang="en-US" sz="2544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Streamlining healthcare processes by converting manual tasks into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600199" y="4533900"/>
            <a:ext cx="7600541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04"/>
              </a:lnSpc>
            </a:pPr>
            <a:r>
              <a:rPr lang="en-US" sz="2544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efficient digital workflows, ensuring precision and reducing administrative burden.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604699" y="7931526"/>
            <a:ext cx="8522256" cy="47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254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Providingacentralised platform for patients, doctors, and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604699" y="8457786"/>
            <a:ext cx="9850993" cy="47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254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administrators, fostering improved collaboration and data sharing.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71800" y="261268"/>
            <a:ext cx="12344400" cy="1865189"/>
            <a:chOff x="0" y="-142875"/>
            <a:chExt cx="11704320" cy="1768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11704320" cy="17684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</a:pPr>
              <a:r>
                <a:rPr lang="en-US" sz="66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</a:t>
              </a:r>
              <a:r>
                <a:rPr lang="en-US" sz="6600" dirty="0" smtClean="0"/>
                <a:t>Dashboard</a:t>
              </a:r>
              <a:endParaRPr lang="en-US" sz="6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67200" y="1866900"/>
            <a:ext cx="10972800" cy="792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71800" y="411957"/>
            <a:ext cx="12344400" cy="17145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11704320" cy="17684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</a:pPr>
              <a:r>
                <a:rPr lang="en-US" sz="66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 </a:t>
              </a:r>
              <a:r>
                <a:rPr lang="en-US" sz="6600" dirty="0" smtClean="0"/>
                <a:t>Dashboard</a:t>
              </a:r>
              <a:endParaRPr lang="en-US" sz="6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pic>
        <p:nvPicPr>
          <p:cNvPr id="11268" name="Picture 4" descr="C:\Users\hp\Pictures\Screenshots\Screenshot 2025-12-05 215304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2212766"/>
            <a:ext cx="12311901" cy="712173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71800" y="411957"/>
            <a:ext cx="12344400" cy="17145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11704320" cy="17684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</a:pPr>
              <a:r>
                <a:rPr lang="en-US" sz="6600" dirty="0" smtClean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 </a:t>
              </a:r>
              <a:r>
                <a:rPr lang="en-US" sz="6600" dirty="0" smtClean="0"/>
                <a:t>Dashboard</a:t>
              </a:r>
              <a:endParaRPr lang="en-US" sz="6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pic>
        <p:nvPicPr>
          <p:cNvPr id="10242" name="Picture 2" descr="C:\Users\hp\Pictures\Screenshots\Screenshot 2025-12-05 21533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94596" y="2171700"/>
            <a:ext cx="12409089" cy="7467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88888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0484" y="0"/>
            <a:ext cx="18087033" cy="10371894"/>
            <a:chOff x="63500" y="63500"/>
            <a:chExt cx="11430000" cy="6867525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1430000" cy="6867525"/>
            </a:xfrm>
            <a:custGeom>
              <a:avLst/>
              <a:gdLst/>
              <a:ahLst/>
              <a:cxnLst/>
              <a:rect l="l" t="t" r="r" b="b"/>
              <a:pathLst>
                <a:path w="11430000" h="6867525">
                  <a:moveTo>
                    <a:pt x="0" y="0"/>
                  </a:moveTo>
                  <a:lnTo>
                    <a:pt x="0" y="6867525"/>
                  </a:lnTo>
                  <a:lnTo>
                    <a:pt x="11430000" y="6867525"/>
                  </a:lnTo>
                  <a:lnTo>
                    <a:pt x="11430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6200000"/>
            </a:gra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1430000" cy="6867525"/>
            </a:xfrm>
            <a:custGeom>
              <a:avLst/>
              <a:gdLst/>
              <a:ahLst/>
              <a:cxnLst/>
              <a:rect l="l" t="t" r="r" b="b"/>
              <a:pathLst>
                <a:path w="11430000" h="6867525">
                  <a:moveTo>
                    <a:pt x="0" y="0"/>
                  </a:moveTo>
                  <a:lnTo>
                    <a:pt x="0" y="6867525"/>
                  </a:lnTo>
                  <a:lnTo>
                    <a:pt x="11430000" y="68675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1430000" cy="6867525"/>
            </a:xfrm>
            <a:custGeom>
              <a:avLst/>
              <a:gdLst/>
              <a:ahLst/>
              <a:cxnLst/>
              <a:rect l="l" t="t" r="r" b="b"/>
              <a:pathLst>
                <a:path w="11430000" h="6867525">
                  <a:moveTo>
                    <a:pt x="0" y="0"/>
                  </a:moveTo>
                  <a:lnTo>
                    <a:pt x="0" y="6867525"/>
                  </a:lnTo>
                  <a:lnTo>
                    <a:pt x="11430000" y="68675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1430000" cy="6867525"/>
            </a:xfrm>
            <a:custGeom>
              <a:avLst/>
              <a:gdLst/>
              <a:ahLst/>
              <a:cxnLst/>
              <a:rect l="l" t="t" r="r" b="b"/>
              <a:pathLst>
                <a:path w="11430000" h="6867525">
                  <a:moveTo>
                    <a:pt x="0" y="0"/>
                  </a:moveTo>
                  <a:lnTo>
                    <a:pt x="0" y="6867525"/>
                  </a:lnTo>
                  <a:lnTo>
                    <a:pt x="11430000" y="68675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63500"/>
              <a:ext cx="11430000" cy="6867525"/>
            </a:xfrm>
            <a:custGeom>
              <a:avLst/>
              <a:gdLst/>
              <a:ahLst/>
              <a:cxnLst/>
              <a:rect l="l" t="t" r="r" b="b"/>
              <a:pathLst>
                <a:path w="11430000" h="6867525">
                  <a:moveTo>
                    <a:pt x="0" y="0"/>
                  </a:moveTo>
                  <a:lnTo>
                    <a:pt x="0" y="6867525"/>
                  </a:lnTo>
                  <a:lnTo>
                    <a:pt x="11430000" y="6867525"/>
                  </a:lnTo>
                  <a:lnTo>
                    <a:pt x="11430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id="8" name="Freeform 8"/>
          <p:cNvSpPr/>
          <p:nvPr/>
        </p:nvSpPr>
        <p:spPr>
          <a:xfrm>
            <a:off x="1201765" y="3051138"/>
            <a:ext cx="7700641" cy="2144838"/>
          </a:xfrm>
          <a:custGeom>
            <a:avLst/>
            <a:gdLst/>
            <a:ahLst/>
            <a:cxnLst/>
            <a:rect l="l" t="t" r="r" b="b"/>
            <a:pathLst>
              <a:path w="7700641" h="2144838">
                <a:moveTo>
                  <a:pt x="0" y="0"/>
                </a:moveTo>
                <a:lnTo>
                  <a:pt x="7700642" y="0"/>
                </a:lnTo>
                <a:lnTo>
                  <a:pt x="7700642" y="2144838"/>
                </a:lnTo>
                <a:lnTo>
                  <a:pt x="0" y="21448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01765" y="6174931"/>
            <a:ext cx="7748512" cy="2557481"/>
          </a:xfrm>
          <a:custGeom>
            <a:avLst/>
            <a:gdLst/>
            <a:ahLst/>
            <a:cxnLst/>
            <a:rect l="l" t="t" r="r" b="b"/>
            <a:pathLst>
              <a:path w="7748512" h="2557481">
                <a:moveTo>
                  <a:pt x="0" y="0"/>
                </a:moveTo>
                <a:lnTo>
                  <a:pt x="7748513" y="0"/>
                </a:lnTo>
                <a:lnTo>
                  <a:pt x="7748513" y="2557481"/>
                </a:lnTo>
                <a:lnTo>
                  <a:pt x="0" y="25574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251351" y="3162300"/>
            <a:ext cx="7748512" cy="2895600"/>
          </a:xfrm>
          <a:custGeom>
            <a:avLst/>
            <a:gdLst/>
            <a:ahLst/>
            <a:cxnLst/>
            <a:rect l="l" t="t" r="r" b="b"/>
            <a:pathLst>
              <a:path w="7748512" h="2158171">
                <a:moveTo>
                  <a:pt x="0" y="0"/>
                </a:moveTo>
                <a:lnTo>
                  <a:pt x="7748513" y="0"/>
                </a:lnTo>
                <a:lnTo>
                  <a:pt x="7748513" y="2158171"/>
                </a:lnTo>
                <a:lnTo>
                  <a:pt x="0" y="21581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510788" y="6208138"/>
            <a:ext cx="7748512" cy="2557481"/>
          </a:xfrm>
          <a:custGeom>
            <a:avLst/>
            <a:gdLst/>
            <a:ahLst/>
            <a:cxnLst/>
            <a:rect l="l" t="t" r="r" b="b"/>
            <a:pathLst>
              <a:path w="7748512" h="2557481">
                <a:moveTo>
                  <a:pt x="0" y="0"/>
                </a:moveTo>
                <a:lnTo>
                  <a:pt x="7748512" y="0"/>
                </a:lnTo>
                <a:lnTo>
                  <a:pt x="7748512" y="2557482"/>
                </a:lnTo>
                <a:lnTo>
                  <a:pt x="0" y="25574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456773"/>
            <a:ext cx="15971164" cy="1126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57"/>
              </a:lnSpc>
            </a:pPr>
            <a:r>
              <a:rPr lang="en-US" sz="5044" dirty="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Addressing Current Challenges</a:t>
            </a:r>
            <a:r>
              <a:rPr lang="en-US" sz="5044" dirty="0" smtClean="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: The Problem Statement</a:t>
            </a:r>
            <a:endParaRPr lang="en-US" sz="5044" dirty="0">
              <a:solidFill>
                <a:srgbClr val="02020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428618" y="4918052"/>
            <a:ext cx="83484" cy="748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30"/>
              </a:lnSpc>
            </a:pPr>
            <a:r>
              <a:rPr lang="en-US" sz="265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60087" y="6352187"/>
            <a:ext cx="4576524" cy="571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3"/>
              </a:lnSpc>
            </a:pPr>
            <a:r>
              <a:rPr lang="en-US" sz="285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Limited Record Accessibility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66590" y="7904098"/>
            <a:ext cx="69651" cy="495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1"/>
              </a:lnSpc>
            </a:pPr>
            <a:r>
              <a:rPr lang="en-US" sz="2021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60087" y="3164275"/>
            <a:ext cx="4638080" cy="571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3"/>
              </a:lnSpc>
            </a:pPr>
            <a:r>
              <a:rPr lang="en-US" sz="2852" dirty="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Inefficient</a:t>
            </a:r>
            <a:r>
              <a:rPr lang="en-US" sz="2852" dirty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2852" dirty="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Manual</a:t>
            </a:r>
            <a:r>
              <a:rPr lang="en-US" sz="2852" dirty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2852" dirty="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Processes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79713" y="5679371"/>
            <a:ext cx="69651" cy="495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1"/>
              </a:lnSpc>
            </a:pPr>
            <a:r>
              <a:rPr lang="en-US" sz="2021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65294" y="3164275"/>
            <a:ext cx="4921329" cy="571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3"/>
              </a:lnSpc>
            </a:pPr>
            <a:r>
              <a:rPr lang="en-US" sz="2852" dirty="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Appointment</a:t>
            </a:r>
            <a:r>
              <a:rPr lang="en-US" sz="2852" dirty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2852" dirty="0" smtClean="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Booking</a:t>
            </a:r>
            <a:r>
              <a:rPr lang="en-US" sz="2852" dirty="0" smtClean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2000" dirty="0" smtClean="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Hurdles</a:t>
            </a:r>
            <a:endParaRPr lang="en-US" sz="2000" dirty="0">
              <a:solidFill>
                <a:srgbClr val="383838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607044" y="5679371"/>
            <a:ext cx="69651" cy="495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1"/>
              </a:lnSpc>
            </a:pPr>
            <a:r>
              <a:rPr lang="en-US" sz="2021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83237" y="6318005"/>
            <a:ext cx="5514618" cy="571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3"/>
              </a:lnSpc>
            </a:pPr>
            <a:r>
              <a:rPr lang="en-US" sz="285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Need for Centralised Management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13586" y="7904098"/>
            <a:ext cx="69651" cy="495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1"/>
              </a:lnSpc>
            </a:pPr>
            <a:r>
              <a:rPr lang="en-US" sz="2021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60087" y="7158052"/>
            <a:ext cx="6631870" cy="126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21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Existingrecord-keepingsystemslackthe accessibility and robust security measures required for modern healthcare.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60087" y="3798387"/>
            <a:ext cx="6998294" cy="126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21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Traditional healthcare </a:t>
            </a:r>
            <a:r>
              <a:rPr lang="en-US" sz="2121" dirty="0" err="1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operationsareoften</a:t>
            </a:r>
            <a:r>
              <a:rPr lang="en-US" sz="2121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21" dirty="0" smtClean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cumbersome, leading </a:t>
            </a:r>
            <a:r>
              <a:rPr lang="en-US" sz="2121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to delays and a higher propensity for human error.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83237" y="6997266"/>
            <a:ext cx="6594515" cy="403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21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Acritical requirement existsfor a consolidated digital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83237" y="7401154"/>
            <a:ext cx="6469142" cy="403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21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system to manage all healthcare aspects efficiently.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65294" y="4686300"/>
            <a:ext cx="6665357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21" dirty="0" smtClean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Patients frequently encounter difficulties </a:t>
            </a:r>
            <a:r>
              <a:rPr lang="en-US" sz="2121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 scheduling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65294" y="3924300"/>
            <a:ext cx="6897410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21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appointments, resulting in frustration and delayed care.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88888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11557000" cy="7223125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1430000" cy="7096125"/>
            </a:xfrm>
            <a:custGeom>
              <a:avLst/>
              <a:gdLst/>
              <a:ahLst/>
              <a:cxnLst/>
              <a:rect l="l" t="t" r="r" b="b"/>
              <a:pathLst>
                <a:path w="11430000" h="7096125">
                  <a:moveTo>
                    <a:pt x="0" y="0"/>
                  </a:moveTo>
                  <a:lnTo>
                    <a:pt x="0" y="7096125"/>
                  </a:lnTo>
                  <a:lnTo>
                    <a:pt x="11430000" y="7096125"/>
                  </a:lnTo>
                  <a:lnTo>
                    <a:pt x="11430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1430000" cy="7096125"/>
            </a:xfrm>
            <a:custGeom>
              <a:avLst/>
              <a:gdLst/>
              <a:ahLst/>
              <a:cxnLst/>
              <a:rect l="l" t="t" r="r" b="b"/>
              <a:pathLst>
                <a:path w="11430000" h="7096125">
                  <a:moveTo>
                    <a:pt x="0" y="0"/>
                  </a:moveTo>
                  <a:lnTo>
                    <a:pt x="0" y="7096125"/>
                  </a:lnTo>
                  <a:lnTo>
                    <a:pt x="11430000" y="70961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1430000" cy="7096125"/>
            </a:xfrm>
            <a:custGeom>
              <a:avLst/>
              <a:gdLst/>
              <a:ahLst/>
              <a:cxnLst/>
              <a:rect l="l" t="t" r="r" b="b"/>
              <a:pathLst>
                <a:path w="11430000" h="7096125">
                  <a:moveTo>
                    <a:pt x="0" y="0"/>
                  </a:moveTo>
                  <a:lnTo>
                    <a:pt x="0" y="7096125"/>
                  </a:lnTo>
                  <a:lnTo>
                    <a:pt x="11430000" y="70961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1430000" cy="7096125"/>
            </a:xfrm>
            <a:custGeom>
              <a:avLst/>
              <a:gdLst/>
              <a:ahLst/>
              <a:cxnLst/>
              <a:rect l="l" t="t" r="r" b="b"/>
              <a:pathLst>
                <a:path w="11430000" h="7096125">
                  <a:moveTo>
                    <a:pt x="0" y="0"/>
                  </a:moveTo>
                  <a:lnTo>
                    <a:pt x="0" y="7096125"/>
                  </a:lnTo>
                  <a:lnTo>
                    <a:pt x="11430000" y="70961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63500"/>
              <a:ext cx="11430000" cy="7096125"/>
            </a:xfrm>
            <a:custGeom>
              <a:avLst/>
              <a:gdLst/>
              <a:ahLst/>
              <a:cxnLst/>
              <a:rect l="l" t="t" r="r" b="b"/>
              <a:pathLst>
                <a:path w="11430000" h="7096125">
                  <a:moveTo>
                    <a:pt x="0" y="0"/>
                  </a:moveTo>
                  <a:lnTo>
                    <a:pt x="0" y="7096125"/>
                  </a:lnTo>
                  <a:lnTo>
                    <a:pt x="11430000" y="7096125"/>
                  </a:lnTo>
                  <a:lnTo>
                    <a:pt x="11430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832144" y="2463888"/>
            <a:ext cx="565876" cy="565876"/>
            <a:chOff x="0" y="0"/>
            <a:chExt cx="390525" cy="3905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0525" cy="390652"/>
            </a:xfrm>
            <a:custGeom>
              <a:avLst/>
              <a:gdLst/>
              <a:ahLst/>
              <a:cxnLst/>
              <a:rect l="l" t="t" r="r" b="b"/>
              <a:pathLst>
                <a:path w="390525" h="390652">
                  <a:moveTo>
                    <a:pt x="0" y="3690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350"/>
                  </a:cubicBezTo>
                  <a:cubicBezTo>
                    <a:pt x="386334" y="8382"/>
                    <a:pt x="387858" y="10668"/>
                    <a:pt x="388874" y="13335"/>
                  </a:cubicBezTo>
                  <a:cubicBezTo>
                    <a:pt x="389890" y="16002"/>
                    <a:pt x="390525" y="18669"/>
                    <a:pt x="390525" y="21590"/>
                  </a:cubicBezTo>
                  <a:lnTo>
                    <a:pt x="390525" y="369062"/>
                  </a:lnTo>
                  <a:cubicBezTo>
                    <a:pt x="390525" y="371856"/>
                    <a:pt x="390017" y="374650"/>
                    <a:pt x="388874" y="377317"/>
                  </a:cubicBezTo>
                  <a:cubicBezTo>
                    <a:pt x="387731" y="379984"/>
                    <a:pt x="386207" y="382270"/>
                    <a:pt x="384302" y="384302"/>
                  </a:cubicBezTo>
                  <a:cubicBezTo>
                    <a:pt x="382397" y="386334"/>
                    <a:pt x="379984" y="387858"/>
                    <a:pt x="377317" y="389001"/>
                  </a:cubicBezTo>
                  <a:cubicBezTo>
                    <a:pt x="374650" y="390144"/>
                    <a:pt x="371983" y="390652"/>
                    <a:pt x="369062" y="390652"/>
                  </a:cubicBezTo>
                  <a:lnTo>
                    <a:pt x="21463" y="390652"/>
                  </a:lnTo>
                  <a:cubicBezTo>
                    <a:pt x="18669" y="390652"/>
                    <a:pt x="15875" y="390144"/>
                    <a:pt x="13208" y="389001"/>
                  </a:cubicBezTo>
                  <a:cubicBezTo>
                    <a:pt x="10541" y="387858"/>
                    <a:pt x="8255" y="386334"/>
                    <a:pt x="6223" y="384302"/>
                  </a:cubicBezTo>
                  <a:cubicBezTo>
                    <a:pt x="4191" y="382270"/>
                    <a:pt x="2667" y="379984"/>
                    <a:pt x="1651" y="377317"/>
                  </a:cubicBezTo>
                  <a:cubicBezTo>
                    <a:pt x="635" y="374650"/>
                    <a:pt x="0" y="371983"/>
                    <a:pt x="0" y="369062"/>
                  </a:cubicBezTo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876028" y="4443924"/>
            <a:ext cx="565876" cy="565876"/>
            <a:chOff x="0" y="0"/>
            <a:chExt cx="390525" cy="3905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90525" cy="390652"/>
            </a:xfrm>
            <a:custGeom>
              <a:avLst/>
              <a:gdLst/>
              <a:ahLst/>
              <a:cxnLst/>
              <a:rect l="l" t="t" r="r" b="b"/>
              <a:pathLst>
                <a:path w="390525" h="390652">
                  <a:moveTo>
                    <a:pt x="0" y="3690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335"/>
                  </a:cubicBezTo>
                  <a:cubicBezTo>
                    <a:pt x="2794" y="10795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350"/>
                  </a:cubicBezTo>
                  <a:cubicBezTo>
                    <a:pt x="386334" y="8382"/>
                    <a:pt x="387858" y="10668"/>
                    <a:pt x="388874" y="13335"/>
                  </a:cubicBezTo>
                  <a:cubicBezTo>
                    <a:pt x="389890" y="16002"/>
                    <a:pt x="390525" y="18669"/>
                    <a:pt x="390525" y="21463"/>
                  </a:cubicBezTo>
                  <a:lnTo>
                    <a:pt x="390525" y="369062"/>
                  </a:lnTo>
                  <a:cubicBezTo>
                    <a:pt x="390525" y="371856"/>
                    <a:pt x="390017" y="374650"/>
                    <a:pt x="388874" y="377317"/>
                  </a:cubicBezTo>
                  <a:cubicBezTo>
                    <a:pt x="387731" y="379984"/>
                    <a:pt x="386207" y="382270"/>
                    <a:pt x="384302" y="384302"/>
                  </a:cubicBezTo>
                  <a:cubicBezTo>
                    <a:pt x="382397" y="386334"/>
                    <a:pt x="379984" y="387858"/>
                    <a:pt x="377317" y="389001"/>
                  </a:cubicBezTo>
                  <a:cubicBezTo>
                    <a:pt x="374650" y="390144"/>
                    <a:pt x="371983" y="390652"/>
                    <a:pt x="369062" y="390652"/>
                  </a:cubicBezTo>
                  <a:lnTo>
                    <a:pt x="21463" y="390652"/>
                  </a:lnTo>
                  <a:cubicBezTo>
                    <a:pt x="18669" y="390652"/>
                    <a:pt x="15875" y="390144"/>
                    <a:pt x="13208" y="389001"/>
                  </a:cubicBezTo>
                  <a:cubicBezTo>
                    <a:pt x="10541" y="387858"/>
                    <a:pt x="8255" y="386334"/>
                    <a:pt x="6223" y="384302"/>
                  </a:cubicBezTo>
                  <a:cubicBezTo>
                    <a:pt x="4191" y="382270"/>
                    <a:pt x="2667" y="379984"/>
                    <a:pt x="1651" y="377317"/>
                  </a:cubicBezTo>
                  <a:cubicBezTo>
                    <a:pt x="635" y="374650"/>
                    <a:pt x="0" y="371983"/>
                    <a:pt x="0" y="369062"/>
                  </a:cubicBezTo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876028" y="6334130"/>
            <a:ext cx="565876" cy="565876"/>
            <a:chOff x="0" y="0"/>
            <a:chExt cx="390525" cy="3905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90525" cy="390652"/>
            </a:xfrm>
            <a:custGeom>
              <a:avLst/>
              <a:gdLst/>
              <a:ahLst/>
              <a:cxnLst/>
              <a:rect l="l" t="t" r="r" b="b"/>
              <a:pathLst>
                <a:path w="390525" h="390652">
                  <a:moveTo>
                    <a:pt x="0" y="3690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350"/>
                  </a:cubicBezTo>
                  <a:cubicBezTo>
                    <a:pt x="386334" y="8382"/>
                    <a:pt x="387858" y="10668"/>
                    <a:pt x="388874" y="13335"/>
                  </a:cubicBezTo>
                  <a:cubicBezTo>
                    <a:pt x="389890" y="16002"/>
                    <a:pt x="390525" y="18669"/>
                    <a:pt x="390525" y="21590"/>
                  </a:cubicBezTo>
                  <a:lnTo>
                    <a:pt x="390525" y="369062"/>
                  </a:lnTo>
                  <a:cubicBezTo>
                    <a:pt x="390525" y="371856"/>
                    <a:pt x="390017" y="374650"/>
                    <a:pt x="388874" y="377317"/>
                  </a:cubicBezTo>
                  <a:cubicBezTo>
                    <a:pt x="387731" y="379984"/>
                    <a:pt x="386207" y="382270"/>
                    <a:pt x="384302" y="384302"/>
                  </a:cubicBezTo>
                  <a:cubicBezTo>
                    <a:pt x="382397" y="386334"/>
                    <a:pt x="379984" y="387858"/>
                    <a:pt x="377317" y="389001"/>
                  </a:cubicBezTo>
                  <a:cubicBezTo>
                    <a:pt x="374650" y="390144"/>
                    <a:pt x="371983" y="390652"/>
                    <a:pt x="369062" y="390652"/>
                  </a:cubicBezTo>
                  <a:lnTo>
                    <a:pt x="21463" y="390652"/>
                  </a:lnTo>
                  <a:cubicBezTo>
                    <a:pt x="18669" y="390652"/>
                    <a:pt x="15875" y="390144"/>
                    <a:pt x="13208" y="389001"/>
                  </a:cubicBezTo>
                  <a:cubicBezTo>
                    <a:pt x="10541" y="387858"/>
                    <a:pt x="8255" y="386334"/>
                    <a:pt x="6223" y="384302"/>
                  </a:cubicBezTo>
                  <a:cubicBezTo>
                    <a:pt x="4191" y="382270"/>
                    <a:pt x="2667" y="379984"/>
                    <a:pt x="1651" y="377317"/>
                  </a:cubicBezTo>
                  <a:cubicBezTo>
                    <a:pt x="635" y="374650"/>
                    <a:pt x="0" y="371983"/>
                    <a:pt x="0" y="369062"/>
                  </a:cubicBezTo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938508" y="8223982"/>
            <a:ext cx="565876" cy="565876"/>
            <a:chOff x="0" y="0"/>
            <a:chExt cx="390525" cy="3905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90525" cy="390652"/>
            </a:xfrm>
            <a:custGeom>
              <a:avLst/>
              <a:gdLst/>
              <a:ahLst/>
              <a:cxnLst/>
              <a:rect l="l" t="t" r="r" b="b"/>
              <a:pathLst>
                <a:path w="390525" h="390652">
                  <a:moveTo>
                    <a:pt x="0" y="3690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350"/>
                  </a:cubicBezTo>
                  <a:cubicBezTo>
                    <a:pt x="386334" y="8382"/>
                    <a:pt x="387858" y="10668"/>
                    <a:pt x="388874" y="13335"/>
                  </a:cubicBezTo>
                  <a:cubicBezTo>
                    <a:pt x="389890" y="16002"/>
                    <a:pt x="390525" y="18669"/>
                    <a:pt x="390525" y="21590"/>
                  </a:cubicBezTo>
                  <a:lnTo>
                    <a:pt x="390525" y="369062"/>
                  </a:lnTo>
                  <a:cubicBezTo>
                    <a:pt x="390525" y="371856"/>
                    <a:pt x="390017" y="374650"/>
                    <a:pt x="388874" y="377317"/>
                  </a:cubicBezTo>
                  <a:cubicBezTo>
                    <a:pt x="387731" y="379984"/>
                    <a:pt x="386207" y="382270"/>
                    <a:pt x="384302" y="384302"/>
                  </a:cubicBezTo>
                  <a:cubicBezTo>
                    <a:pt x="382397" y="386334"/>
                    <a:pt x="379984" y="387858"/>
                    <a:pt x="377317" y="389001"/>
                  </a:cubicBezTo>
                  <a:cubicBezTo>
                    <a:pt x="374650" y="390144"/>
                    <a:pt x="371983" y="390652"/>
                    <a:pt x="369062" y="390652"/>
                  </a:cubicBezTo>
                  <a:lnTo>
                    <a:pt x="21463" y="390652"/>
                  </a:lnTo>
                  <a:cubicBezTo>
                    <a:pt x="18669" y="390652"/>
                    <a:pt x="15875" y="390144"/>
                    <a:pt x="13208" y="389001"/>
                  </a:cubicBezTo>
                  <a:cubicBezTo>
                    <a:pt x="10541" y="387858"/>
                    <a:pt x="8255" y="386334"/>
                    <a:pt x="6223" y="384302"/>
                  </a:cubicBezTo>
                  <a:cubicBezTo>
                    <a:pt x="4191" y="382270"/>
                    <a:pt x="2667" y="379984"/>
                    <a:pt x="1651" y="377317"/>
                  </a:cubicBezTo>
                  <a:cubicBezTo>
                    <a:pt x="635" y="374650"/>
                    <a:pt x="0" y="371983"/>
                    <a:pt x="0" y="369062"/>
                  </a:cubicBezTo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3731079" y="762631"/>
            <a:ext cx="12139559" cy="736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51"/>
              </a:lnSpc>
            </a:pPr>
            <a:r>
              <a:rPr lang="en-US" sz="4707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Key Objectives for Enhanced Healthcare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82392" y="2214804"/>
            <a:ext cx="478109" cy="76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61"/>
              </a:lnSpc>
            </a:pPr>
            <a:r>
              <a:rPr lang="en-US" sz="2824" spc="2259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07141" y="2108521"/>
            <a:ext cx="83198" cy="1225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417"/>
              </a:lnSpc>
            </a:pPr>
            <a:r>
              <a:rPr lang="en-US" sz="2566" spc="2053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</a:p>
          <a:p>
            <a:pPr algn="just">
              <a:lnSpc>
                <a:spcPts val="4340"/>
              </a:lnSpc>
            </a:pPr>
            <a:r>
              <a:rPr lang="en-US" sz="19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52602" y="4406791"/>
            <a:ext cx="212728" cy="548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sz="308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08718" y="6309332"/>
            <a:ext cx="212728" cy="548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sz="308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15083" y="8243032"/>
            <a:ext cx="212728" cy="548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sz="308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80765" y="2251396"/>
            <a:ext cx="4104799" cy="716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2"/>
              </a:lnSpc>
            </a:pPr>
            <a:r>
              <a:rPr lang="en-US" sz="356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Intuitive</a:t>
            </a:r>
            <a:r>
              <a:rPr lang="en-US" sz="3566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356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User</a:t>
            </a:r>
            <a:r>
              <a:rPr lang="en-US" sz="3566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356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Portal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80765" y="6153155"/>
            <a:ext cx="6208872" cy="716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2"/>
              </a:lnSpc>
            </a:pPr>
            <a:r>
              <a:rPr lang="en-US" sz="356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Secure Medical Records Access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33450" y="6719032"/>
            <a:ext cx="67408" cy="48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19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680765" y="4262949"/>
            <a:ext cx="6534508" cy="716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2"/>
              </a:lnSpc>
            </a:pPr>
            <a:r>
              <a:rPr lang="en-US" sz="356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Online Appointment Scheduling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233920" y="4786771"/>
            <a:ext cx="67408" cy="48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19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80765" y="8173373"/>
            <a:ext cx="7819906" cy="714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6"/>
              </a:lnSpc>
            </a:pPr>
            <a:r>
              <a:rPr lang="en-US" sz="356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Improved Stakeholder Communication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128653" y="8660804"/>
            <a:ext cx="67408" cy="47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21"/>
              </a:lnSpc>
            </a:pPr>
            <a:r>
              <a:rPr lang="en-US" sz="19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680765" y="5034249"/>
            <a:ext cx="8479989" cy="47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Implementing a robust systemforpatientsto easily book,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680765" y="5510154"/>
            <a:ext cx="6441043" cy="47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reschedule, or cancel appointments online.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680765" y="8849070"/>
            <a:ext cx="8685133" cy="485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7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Facilitating seamlessandefficientcommunicationchannels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680765" y="9239250"/>
            <a:ext cx="6520220" cy="485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7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between all parties involved in patient care.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680765" y="6802191"/>
            <a:ext cx="9382363" cy="485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7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Ensuringconfidential and secureaccess to medical records for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680765" y="7278096"/>
            <a:ext cx="5227558" cy="485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7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authorised personnel and patients.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680765" y="3031757"/>
            <a:ext cx="10009823" cy="47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Developingauser-friendlyand intuitive portal to simplify navigation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680765" y="3592463"/>
            <a:ext cx="4156353" cy="47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and interaction for all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109564" y="5437370"/>
            <a:ext cx="91300" cy="91300"/>
            <a:chOff x="0" y="0"/>
            <a:chExt cx="57150" cy="57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063914" y="6067464"/>
            <a:ext cx="91300" cy="91300"/>
            <a:chOff x="0" y="0"/>
            <a:chExt cx="57150" cy="57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063914" y="7211975"/>
            <a:ext cx="91300" cy="91300"/>
            <a:chOff x="0" y="0"/>
            <a:chExt cx="57150" cy="571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0680594" y="3693032"/>
            <a:ext cx="91300" cy="91300"/>
            <a:chOff x="0" y="0"/>
            <a:chExt cx="57150" cy="571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0817545" y="4854139"/>
            <a:ext cx="91300" cy="91300"/>
            <a:chOff x="0" y="0"/>
            <a:chExt cx="57150" cy="571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2926"/>
                    <a:pt x="2159" y="39497"/>
                  </a:cubicBezTo>
                  <a:cubicBezTo>
                    <a:pt x="635" y="36068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0771894" y="5976164"/>
            <a:ext cx="91300" cy="91300"/>
            <a:chOff x="0" y="0"/>
            <a:chExt cx="57150" cy="571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0771894" y="7031248"/>
            <a:ext cx="91300" cy="91300"/>
            <a:chOff x="0" y="0"/>
            <a:chExt cx="57150" cy="571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410566" y="843804"/>
            <a:ext cx="15540021" cy="1322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9"/>
              </a:lnSpc>
            </a:pPr>
            <a:r>
              <a:rPr lang="en-US" sz="4529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Architectural Approach and Expected Results</a:t>
            </a:r>
          </a:p>
          <a:p>
            <a:pPr algn="l">
              <a:lnSpc>
                <a:spcPts val="5642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2422905" y="4358153"/>
            <a:ext cx="74319" cy="60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044416" y="2303702"/>
            <a:ext cx="3800832" cy="66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2"/>
              </a:lnSpc>
            </a:pPr>
            <a:r>
              <a:rPr lang="en-US" sz="3396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Expected Outcomes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85611" y="4358153"/>
            <a:ext cx="74319" cy="60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48495" y="3472232"/>
            <a:ext cx="5560891" cy="1488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4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The systemisbuiltwithamodular design, ensuring scalability and ease of maintenance.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25544" y="4998058"/>
            <a:ext cx="4781627" cy="2994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1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Java Backend (Console Demo)</a:t>
            </a:r>
          </a:p>
          <a:p>
            <a:pPr algn="l">
              <a:lnSpc>
                <a:spcPts val="3551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Clear OOP structure with </a:t>
            </a:r>
          </a:p>
          <a:p>
            <a:pPr algn="l">
              <a:lnSpc>
                <a:spcPts val="4686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multiple classes</a:t>
            </a:r>
          </a:p>
          <a:p>
            <a:pPr algn="l">
              <a:lnSpc>
                <a:spcPts val="5256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Step-by-step workflow </a:t>
            </a:r>
          </a:p>
          <a:p>
            <a:pPr algn="l">
              <a:lnSpc>
                <a:spcPts val="2983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implementation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44416" y="3443458"/>
            <a:ext cx="3786426" cy="485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8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Faster</a:t>
            </a:r>
            <a:r>
              <a:rPr lang="en-US" sz="25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healthcare</a:t>
            </a:r>
            <a:r>
              <a:rPr lang="en-US" sz="25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44416" y="3958282"/>
            <a:ext cx="5119209" cy="3802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9"/>
              </a:lnSpc>
            </a:pPr>
            <a:r>
              <a:rPr lang="en-US" sz="26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delivery.</a:t>
            </a:r>
          </a:p>
          <a:p>
            <a:pPr algn="l">
              <a:lnSpc>
                <a:spcPts val="6051"/>
              </a:lnSpc>
            </a:pPr>
            <a:r>
              <a:rPr lang="en-US" sz="26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Significant reduction in manual </a:t>
            </a:r>
          </a:p>
          <a:p>
            <a:pPr algn="l">
              <a:lnSpc>
                <a:spcPts val="2213"/>
              </a:lnSpc>
            </a:pPr>
            <a:r>
              <a:rPr lang="en-US" sz="26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errors.</a:t>
            </a:r>
          </a:p>
          <a:p>
            <a:pPr algn="l">
              <a:lnSpc>
                <a:spcPts val="6641"/>
              </a:lnSpc>
            </a:pPr>
            <a:r>
              <a:rPr lang="en-US" sz="26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Easy access to comprehensive </a:t>
            </a:r>
          </a:p>
          <a:p>
            <a:pPr algn="l">
              <a:lnSpc>
                <a:spcPts val="1623"/>
              </a:lnSpc>
            </a:pPr>
            <a:r>
              <a:rPr lang="en-US" sz="26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historical medical data.</a:t>
            </a:r>
          </a:p>
          <a:p>
            <a:pPr algn="l">
              <a:lnSpc>
                <a:spcPts val="6641"/>
              </a:lnSpc>
            </a:pPr>
            <a:r>
              <a:rPr lang="en-US" sz="26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Improved coordination among </a:t>
            </a:r>
          </a:p>
          <a:p>
            <a:pPr algn="l">
              <a:lnSpc>
                <a:spcPts val="1918"/>
              </a:lnSpc>
            </a:pPr>
            <a:r>
              <a:rPr lang="en-US" sz="26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all users and stakeholders.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25544" y="2294324"/>
            <a:ext cx="8068270" cy="667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68"/>
              </a:lnSpc>
              <a:spcBef>
                <a:spcPct val="0"/>
              </a:spcBef>
            </a:pPr>
            <a:r>
              <a:rPr lang="en-US" sz="3456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Your paragModular Architectureraph 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2613" y="847701"/>
            <a:ext cx="12012692" cy="853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0"/>
              </a:lnSpc>
            </a:pPr>
            <a:r>
              <a:rPr lang="en-US" sz="5029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System Workflow: A Step-by-Step Journey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63574" y="2181870"/>
            <a:ext cx="4714708" cy="949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01</a:t>
            </a:r>
          </a:p>
          <a:p>
            <a:pPr algn="l">
              <a:lnSpc>
                <a:spcPts val="5057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User Registration/Login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63590" y="4783931"/>
            <a:ext cx="5214136" cy="949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04</a:t>
            </a:r>
          </a:p>
          <a:p>
            <a:pPr algn="l">
              <a:lnSpc>
                <a:spcPts val="5057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Medical Records Management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688058"/>
            <a:ext cx="3932713" cy="949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07</a:t>
            </a:r>
          </a:p>
          <a:p>
            <a:pPr algn="l">
              <a:lnSpc>
                <a:spcPts val="5057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Admin Controls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02481" y="2185003"/>
            <a:ext cx="4880357" cy="949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02</a:t>
            </a:r>
          </a:p>
          <a:p>
            <a:pPr algn="l">
              <a:lnSpc>
                <a:spcPts val="5057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Dashboard Access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02481" y="4783931"/>
            <a:ext cx="4880357" cy="949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05</a:t>
            </a:r>
          </a:p>
          <a:p>
            <a:pPr algn="l">
              <a:lnSpc>
                <a:spcPts val="5057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Prescription Handling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41373" y="2181870"/>
            <a:ext cx="4887128" cy="949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03</a:t>
            </a:r>
          </a:p>
          <a:p>
            <a:pPr algn="l">
              <a:lnSpc>
                <a:spcPts val="5057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Appointment Scheduling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57687" y="4783931"/>
            <a:ext cx="5201613" cy="190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06</a:t>
            </a:r>
          </a:p>
          <a:p>
            <a:pPr algn="l">
              <a:lnSpc>
                <a:spcPts val="5057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Notifications</a:t>
            </a:r>
          </a:p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System sendsreminders and important updates to relevant users.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41715" y="8502928"/>
            <a:ext cx="74319" cy="53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4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68205" y="3298789"/>
            <a:ext cx="74319" cy="53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4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93861" y="5900851"/>
            <a:ext cx="74319" cy="53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4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22826" y="3298789"/>
            <a:ext cx="74319" cy="53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4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14219" y="5900851"/>
            <a:ext cx="74319" cy="53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4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763439" y="5900851"/>
            <a:ext cx="74319" cy="53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4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695200" y="3298789"/>
            <a:ext cx="74319" cy="53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4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2613" y="3403564"/>
            <a:ext cx="4705669" cy="89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New users createaccounts,existing users log in securely.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2613" y="6005626"/>
            <a:ext cx="4696082" cy="1349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Access, update, and managepatient medical histories and documents.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2613" y="8823161"/>
            <a:ext cx="10646212" cy="39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Administratorsoversee system operations, user management, and data integrity.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11505" y="3403564"/>
            <a:ext cx="5203819" cy="89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Usersare directed to their personalised dashboard based on their role.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11505" y="6005626"/>
            <a:ext cx="5356793" cy="89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Doctors generateandsendprescriptions, patients view them.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050396" y="3403564"/>
            <a:ext cx="4878105" cy="89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Patients book appointments,doctors manage their schedules.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379121" y="-1877250"/>
            <a:ext cx="18904855" cy="12329703"/>
            <a:chOff x="0" y="0"/>
            <a:chExt cx="11557000" cy="753745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1430000" cy="7410450"/>
            </a:xfrm>
            <a:custGeom>
              <a:avLst/>
              <a:gdLst/>
              <a:ahLst/>
              <a:cxnLst/>
              <a:rect l="l" t="t" r="r" b="b"/>
              <a:pathLst>
                <a:path w="11430000" h="7410450">
                  <a:moveTo>
                    <a:pt x="0" y="7410450"/>
                  </a:moveTo>
                  <a:lnTo>
                    <a:pt x="11430000" y="741045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6200000"/>
            </a:gradFill>
          </p:spPr>
        </p:sp>
        <p:sp>
          <p:nvSpPr>
            <p:cNvPr id="4" name="Freeform 4"/>
            <p:cNvSpPr/>
            <p:nvPr/>
          </p:nvSpPr>
          <p:spPr>
            <a:xfrm>
              <a:off x="63500" y="63754"/>
              <a:ext cx="11430000" cy="7410196"/>
            </a:xfrm>
            <a:custGeom>
              <a:avLst/>
              <a:gdLst/>
              <a:ahLst/>
              <a:cxnLst/>
              <a:rect l="l" t="t" r="r" b="b"/>
              <a:pathLst>
                <a:path w="11430000" h="7410196">
                  <a:moveTo>
                    <a:pt x="0" y="0"/>
                  </a:moveTo>
                  <a:lnTo>
                    <a:pt x="0" y="7410196"/>
                  </a:lnTo>
                  <a:lnTo>
                    <a:pt x="11430000" y="7410196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1430000" cy="7410450"/>
            </a:xfrm>
            <a:custGeom>
              <a:avLst/>
              <a:gdLst/>
              <a:ahLst/>
              <a:cxnLst/>
              <a:rect l="l" t="t" r="r" b="b"/>
              <a:pathLst>
                <a:path w="11430000" h="7410450">
                  <a:moveTo>
                    <a:pt x="0" y="7410450"/>
                  </a:moveTo>
                  <a:lnTo>
                    <a:pt x="11430000" y="741045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754"/>
              <a:ext cx="11430000" cy="7410196"/>
            </a:xfrm>
            <a:custGeom>
              <a:avLst/>
              <a:gdLst/>
              <a:ahLst/>
              <a:cxnLst/>
              <a:rect l="l" t="t" r="r" b="b"/>
              <a:pathLst>
                <a:path w="11430000" h="7410196">
                  <a:moveTo>
                    <a:pt x="0" y="0"/>
                  </a:moveTo>
                  <a:lnTo>
                    <a:pt x="0" y="7410196"/>
                  </a:lnTo>
                  <a:lnTo>
                    <a:pt x="11430000" y="7410196"/>
                  </a:lnTo>
                  <a:lnTo>
                    <a:pt x="11430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144660" y="4208334"/>
            <a:ext cx="79267" cy="79267"/>
            <a:chOff x="0" y="0"/>
            <a:chExt cx="57150" cy="571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209"/>
                    <a:pt x="2159" y="17653"/>
                  </a:cubicBezTo>
                  <a:cubicBezTo>
                    <a:pt x="3556" y="14097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144660" y="5143500"/>
            <a:ext cx="79267" cy="79267"/>
            <a:chOff x="0" y="0"/>
            <a:chExt cx="57150" cy="571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209"/>
                    <a:pt x="2159" y="17653"/>
                  </a:cubicBezTo>
                  <a:cubicBezTo>
                    <a:pt x="3556" y="14097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184294" y="6180660"/>
            <a:ext cx="79267" cy="79267"/>
            <a:chOff x="0" y="0"/>
            <a:chExt cx="57150" cy="571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144660" y="7807019"/>
            <a:ext cx="79267" cy="79267"/>
            <a:chOff x="0" y="0"/>
            <a:chExt cx="57150" cy="571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9183634" y="3804324"/>
            <a:ext cx="79267" cy="79267"/>
            <a:chOff x="0" y="0"/>
            <a:chExt cx="57150" cy="571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209"/>
                    <a:pt x="2159" y="17653"/>
                  </a:cubicBezTo>
                  <a:cubicBezTo>
                    <a:pt x="3556" y="14097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9183634" y="4871364"/>
            <a:ext cx="79267" cy="79267"/>
            <a:chOff x="0" y="0"/>
            <a:chExt cx="57150" cy="571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209"/>
                    <a:pt x="2159" y="17653"/>
                  </a:cubicBezTo>
                  <a:cubicBezTo>
                    <a:pt x="3556" y="14097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9223267" y="6554107"/>
            <a:ext cx="79267" cy="79267"/>
            <a:chOff x="0" y="0"/>
            <a:chExt cx="57150" cy="571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9223267" y="7727752"/>
            <a:ext cx="79267" cy="79267"/>
            <a:chOff x="0" y="0"/>
            <a:chExt cx="57150" cy="571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9262901" y="8902394"/>
            <a:ext cx="79267" cy="79267"/>
            <a:chOff x="0" y="0"/>
            <a:chExt cx="57150" cy="571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028700" y="651185"/>
            <a:ext cx="16726003" cy="782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26"/>
              </a:lnSpc>
            </a:pPr>
            <a:r>
              <a:rPr lang="en-US" sz="5009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Underlying Structure:  System Architecture &amp; UML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4294" y="1979557"/>
            <a:ext cx="6490276" cy="54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3"/>
              </a:lnSpc>
            </a:pPr>
            <a:r>
              <a:rPr lang="en-US" sz="3549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System Architecture Overview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99838" y="3469645"/>
            <a:ext cx="64524" cy="520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1"/>
              </a:lnSpc>
            </a:pPr>
            <a:r>
              <a:rPr lang="en-US" sz="18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73306" y="1979557"/>
            <a:ext cx="7480039" cy="54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3"/>
              </a:lnSpc>
            </a:pPr>
            <a:r>
              <a:rPr lang="en-US" sz="3549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UML Class Diagram Highlights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813325" y="3469645"/>
            <a:ext cx="64524" cy="520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1"/>
              </a:lnSpc>
            </a:pPr>
            <a:r>
              <a:rPr lang="en-US" sz="18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84294" y="2637633"/>
            <a:ext cx="7005557" cy="101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4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The</a:t>
            </a:r>
            <a:r>
              <a:rPr lang="en-US" sz="257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system</a:t>
            </a:r>
            <a:r>
              <a:rPr lang="en-US" sz="257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comprises</a:t>
            </a:r>
            <a:r>
              <a:rPr lang="en-US" sz="257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distinct layers for robust functionality: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09838" y="3665821"/>
            <a:ext cx="6039189" cy="5452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1"/>
              </a:lnSpc>
            </a:pPr>
            <a:r>
              <a:rPr lang="en-US" sz="2572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Frontend (Console/UI):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User </a:t>
            </a:r>
          </a:p>
          <a:p>
            <a:pPr algn="l">
              <a:lnSpc>
                <a:spcPts val="1571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interaction layer.</a:t>
            </a:r>
          </a:p>
          <a:p>
            <a:pPr algn="l">
              <a:lnSpc>
                <a:spcPts val="6431"/>
              </a:lnSpc>
            </a:pPr>
            <a:r>
              <a:rPr lang="en-US" sz="2572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Backend (Java Classes):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Core </a:t>
            </a:r>
          </a:p>
          <a:p>
            <a:pPr algn="l">
              <a:lnSpc>
                <a:spcPts val="1857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logic and processing engine.</a:t>
            </a:r>
          </a:p>
          <a:p>
            <a:pPr algn="l">
              <a:lnSpc>
                <a:spcPts val="6431"/>
              </a:lnSpc>
            </a:pPr>
            <a:r>
              <a:rPr lang="en-US" sz="2572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Data Storage: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Currently in-</a:t>
            </a:r>
          </a:p>
          <a:p>
            <a:pPr algn="l">
              <a:lnSpc>
                <a:spcPts val="1857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memory lists, future-proofed </a:t>
            </a:r>
          </a:p>
          <a:p>
            <a:pPr algn="l">
              <a:lnSpc>
                <a:spcPts val="6431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for databases.</a:t>
            </a:r>
          </a:p>
          <a:p>
            <a:pPr algn="l">
              <a:lnSpc>
                <a:spcPts val="3573"/>
              </a:lnSpc>
            </a:pPr>
            <a:r>
              <a:rPr lang="en-US" sz="2572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Entities: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Users, Appointments, </a:t>
            </a:r>
          </a:p>
          <a:p>
            <a:pPr algn="l">
              <a:lnSpc>
                <a:spcPts val="4715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Records 3 fundamental data </a:t>
            </a:r>
          </a:p>
          <a:p>
            <a:pPr algn="l">
              <a:lnSpc>
                <a:spcPts val="3573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components.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262901" y="2637633"/>
            <a:ext cx="5128498" cy="49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4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Keyclasses andtheir relationships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23267" y="3008124"/>
            <a:ext cx="4501277" cy="49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4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define the system's structure: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524677" y="3374395"/>
            <a:ext cx="8102031" cy="6680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1"/>
              </a:lnSpc>
            </a:pPr>
            <a:r>
              <a:rPr lang="en-US" sz="2572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User (abstract):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Base class for </a:t>
            </a:r>
          </a:p>
          <a:p>
            <a:pPr algn="l">
              <a:lnSpc>
                <a:spcPts val="1571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all user types.</a:t>
            </a:r>
          </a:p>
          <a:p>
            <a:pPr algn="l">
              <a:lnSpc>
                <a:spcPts val="6431"/>
              </a:lnSpc>
            </a:pPr>
            <a:r>
              <a:rPr lang="en-US" sz="2572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Patient, Doctor, Admin: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algn="l">
              <a:lnSpc>
                <a:spcPts val="1857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Extend the User class, </a:t>
            </a:r>
          </a:p>
          <a:p>
            <a:pPr algn="l">
              <a:lnSpc>
                <a:spcPts val="6431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embodying specific roles.</a:t>
            </a:r>
          </a:p>
          <a:p>
            <a:pPr algn="l">
              <a:lnSpc>
                <a:spcPts val="3573"/>
              </a:lnSpc>
            </a:pPr>
            <a:r>
              <a:rPr lang="en-US" sz="2572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Appointment: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Manages </a:t>
            </a:r>
          </a:p>
          <a:p>
            <a:pPr algn="l">
              <a:lnSpc>
                <a:spcPts val="4715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scheduling details.</a:t>
            </a:r>
          </a:p>
          <a:p>
            <a:pPr algn="l">
              <a:lnSpc>
                <a:spcPts val="5288"/>
              </a:lnSpc>
            </a:pPr>
            <a:r>
              <a:rPr lang="en-US" sz="2572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MedicalRecord: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Encapsulates </a:t>
            </a:r>
          </a:p>
          <a:p>
            <a:pPr algn="l">
              <a:lnSpc>
                <a:spcPts val="3002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patient medical information.</a:t>
            </a:r>
          </a:p>
          <a:p>
            <a:pPr algn="l">
              <a:lnSpc>
                <a:spcPts val="6431"/>
              </a:lnSpc>
            </a:pPr>
            <a:r>
              <a:rPr lang="en-US" sz="2572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Relationships: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One-to-many </a:t>
            </a:r>
          </a:p>
          <a:p>
            <a:pPr algn="l">
              <a:lnSpc>
                <a:spcPts val="1857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between User and </a:t>
            </a:r>
          </a:p>
          <a:p>
            <a:pPr algn="l">
              <a:lnSpc>
                <a:spcPts val="6431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Appointment/</a:t>
            </a:r>
            <a:r>
              <a:rPr lang="en-US" sz="257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MedicalRecord.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28700" y="2444089"/>
            <a:ext cx="5264990" cy="2906396"/>
            <a:chOff x="0" y="0"/>
            <a:chExt cx="3295650" cy="18192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5650" cy="1819275"/>
            </a:xfrm>
            <a:custGeom>
              <a:avLst/>
              <a:gdLst/>
              <a:ahLst/>
              <a:cxnLst/>
              <a:rect l="l" t="t" r="r" b="b"/>
              <a:pathLst>
                <a:path w="3295650" h="1819275">
                  <a:moveTo>
                    <a:pt x="0" y="1819275"/>
                  </a:moveTo>
                  <a:lnTo>
                    <a:pt x="0" y="342900"/>
                  </a:lnTo>
                  <a:cubicBezTo>
                    <a:pt x="0" y="331724"/>
                    <a:pt x="508" y="320421"/>
                    <a:pt x="1651" y="309245"/>
                  </a:cubicBezTo>
                  <a:cubicBezTo>
                    <a:pt x="2794" y="298069"/>
                    <a:pt x="4445" y="287020"/>
                    <a:pt x="6604" y="275971"/>
                  </a:cubicBezTo>
                  <a:cubicBezTo>
                    <a:pt x="8763" y="264922"/>
                    <a:pt x="11557" y="254127"/>
                    <a:pt x="14732" y="243332"/>
                  </a:cubicBezTo>
                  <a:cubicBezTo>
                    <a:pt x="17907" y="232537"/>
                    <a:pt x="21717" y="221996"/>
                    <a:pt x="26035" y="211709"/>
                  </a:cubicBezTo>
                  <a:cubicBezTo>
                    <a:pt x="30353" y="201422"/>
                    <a:pt x="35179" y="191135"/>
                    <a:pt x="40386" y="181229"/>
                  </a:cubicBezTo>
                  <a:cubicBezTo>
                    <a:pt x="45593" y="171323"/>
                    <a:pt x="51435" y="161671"/>
                    <a:pt x="57658" y="152400"/>
                  </a:cubicBezTo>
                  <a:cubicBezTo>
                    <a:pt x="63881" y="143129"/>
                    <a:pt x="70612" y="133985"/>
                    <a:pt x="77724" y="125349"/>
                  </a:cubicBezTo>
                  <a:cubicBezTo>
                    <a:pt x="84836" y="116713"/>
                    <a:pt x="92456" y="108331"/>
                    <a:pt x="100457" y="100457"/>
                  </a:cubicBezTo>
                  <a:cubicBezTo>
                    <a:pt x="108458" y="92583"/>
                    <a:pt x="116713" y="84963"/>
                    <a:pt x="125349" y="77851"/>
                  </a:cubicBezTo>
                  <a:cubicBezTo>
                    <a:pt x="133985" y="70739"/>
                    <a:pt x="143002" y="64008"/>
                    <a:pt x="152400" y="57785"/>
                  </a:cubicBezTo>
                  <a:cubicBezTo>
                    <a:pt x="161798" y="51562"/>
                    <a:pt x="171323" y="45847"/>
                    <a:pt x="181229" y="40513"/>
                  </a:cubicBezTo>
                  <a:cubicBezTo>
                    <a:pt x="191135" y="35179"/>
                    <a:pt x="201295" y="30353"/>
                    <a:pt x="211709" y="26162"/>
                  </a:cubicBezTo>
                  <a:cubicBezTo>
                    <a:pt x="222123" y="21971"/>
                    <a:pt x="232664" y="18034"/>
                    <a:pt x="243332" y="14859"/>
                  </a:cubicBezTo>
                  <a:cubicBezTo>
                    <a:pt x="254000" y="11684"/>
                    <a:pt x="264922" y="8890"/>
                    <a:pt x="275971" y="6731"/>
                  </a:cubicBezTo>
                  <a:cubicBezTo>
                    <a:pt x="287020" y="4572"/>
                    <a:pt x="298069" y="2921"/>
                    <a:pt x="309245" y="1778"/>
                  </a:cubicBezTo>
                  <a:cubicBezTo>
                    <a:pt x="320421" y="635"/>
                    <a:pt x="331724" y="0"/>
                    <a:pt x="342900" y="0"/>
                  </a:cubicBezTo>
                  <a:lnTo>
                    <a:pt x="3295650" y="0"/>
                  </a:lnTo>
                  <a:lnTo>
                    <a:pt x="3295650" y="1476375"/>
                  </a:lnTo>
                  <a:cubicBezTo>
                    <a:pt x="3295650" y="1487551"/>
                    <a:pt x="3295142" y="1498854"/>
                    <a:pt x="3293999" y="1510030"/>
                  </a:cubicBezTo>
                  <a:cubicBezTo>
                    <a:pt x="3292856" y="1521206"/>
                    <a:pt x="3291205" y="1532255"/>
                    <a:pt x="3289046" y="1543304"/>
                  </a:cubicBezTo>
                  <a:cubicBezTo>
                    <a:pt x="3286887" y="1554353"/>
                    <a:pt x="3284093" y="1565148"/>
                    <a:pt x="3280918" y="1575943"/>
                  </a:cubicBezTo>
                  <a:cubicBezTo>
                    <a:pt x="3277743" y="1586738"/>
                    <a:pt x="3273933" y="1597279"/>
                    <a:pt x="3269614" y="1607566"/>
                  </a:cubicBezTo>
                  <a:cubicBezTo>
                    <a:pt x="3265296" y="1617853"/>
                    <a:pt x="3260470" y="1628140"/>
                    <a:pt x="3255263" y="1638046"/>
                  </a:cubicBezTo>
                  <a:cubicBezTo>
                    <a:pt x="3250056" y="1647952"/>
                    <a:pt x="3244214" y="1657604"/>
                    <a:pt x="3237991" y="1666875"/>
                  </a:cubicBezTo>
                  <a:cubicBezTo>
                    <a:pt x="3231768" y="1676146"/>
                    <a:pt x="3225037" y="1685163"/>
                    <a:pt x="3217925" y="1693926"/>
                  </a:cubicBezTo>
                  <a:cubicBezTo>
                    <a:pt x="3210813" y="1702689"/>
                    <a:pt x="3203320" y="1710944"/>
                    <a:pt x="3195319" y="1718818"/>
                  </a:cubicBezTo>
                  <a:cubicBezTo>
                    <a:pt x="3187318" y="1726692"/>
                    <a:pt x="3179063" y="1734312"/>
                    <a:pt x="3170427" y="1741424"/>
                  </a:cubicBezTo>
                  <a:cubicBezTo>
                    <a:pt x="3161791" y="1748536"/>
                    <a:pt x="3152774" y="1755267"/>
                    <a:pt x="3143376" y="1761490"/>
                  </a:cubicBezTo>
                  <a:cubicBezTo>
                    <a:pt x="3133978" y="1767713"/>
                    <a:pt x="3124453" y="1773428"/>
                    <a:pt x="3114547" y="1778762"/>
                  </a:cubicBezTo>
                  <a:cubicBezTo>
                    <a:pt x="3104641" y="1784096"/>
                    <a:pt x="3094481" y="1788795"/>
                    <a:pt x="3084067" y="1793113"/>
                  </a:cubicBezTo>
                  <a:cubicBezTo>
                    <a:pt x="3073653" y="1797431"/>
                    <a:pt x="3063112" y="1801241"/>
                    <a:pt x="3052444" y="1804416"/>
                  </a:cubicBezTo>
                  <a:cubicBezTo>
                    <a:pt x="3041776" y="1807591"/>
                    <a:pt x="3030854" y="1810385"/>
                    <a:pt x="3019805" y="1812544"/>
                  </a:cubicBezTo>
                  <a:cubicBezTo>
                    <a:pt x="3008756" y="1814703"/>
                    <a:pt x="2997707" y="1816354"/>
                    <a:pt x="2986531" y="1817497"/>
                  </a:cubicBezTo>
                  <a:cubicBezTo>
                    <a:pt x="2975355" y="1818640"/>
                    <a:pt x="2964179" y="1819148"/>
                    <a:pt x="2952876" y="1819148"/>
                  </a:cubicBezTo>
                  <a:lnTo>
                    <a:pt x="0" y="1819148"/>
                  </a:lnTo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787699" y="6010473"/>
            <a:ext cx="8034436" cy="2039043"/>
            <a:chOff x="0" y="0"/>
            <a:chExt cx="5029200" cy="12763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29200" cy="1276350"/>
            </a:xfrm>
            <a:custGeom>
              <a:avLst/>
              <a:gdLst/>
              <a:ahLst/>
              <a:cxnLst/>
              <a:rect l="l" t="t" r="r" b="b"/>
              <a:pathLst>
                <a:path w="5029200" h="1276350">
                  <a:moveTo>
                    <a:pt x="0" y="1276350"/>
                  </a:moveTo>
                  <a:lnTo>
                    <a:pt x="0" y="342900"/>
                  </a:lnTo>
                  <a:cubicBezTo>
                    <a:pt x="0" y="331724"/>
                    <a:pt x="508" y="320421"/>
                    <a:pt x="1651" y="309245"/>
                  </a:cubicBezTo>
                  <a:cubicBezTo>
                    <a:pt x="2794" y="298069"/>
                    <a:pt x="4445" y="287020"/>
                    <a:pt x="6604" y="275971"/>
                  </a:cubicBezTo>
                  <a:cubicBezTo>
                    <a:pt x="8763" y="264922"/>
                    <a:pt x="11557" y="254127"/>
                    <a:pt x="14732" y="243332"/>
                  </a:cubicBezTo>
                  <a:cubicBezTo>
                    <a:pt x="17907" y="232537"/>
                    <a:pt x="21717" y="221996"/>
                    <a:pt x="26035" y="211709"/>
                  </a:cubicBezTo>
                  <a:cubicBezTo>
                    <a:pt x="30353" y="201422"/>
                    <a:pt x="35179" y="191135"/>
                    <a:pt x="40386" y="181229"/>
                  </a:cubicBezTo>
                  <a:cubicBezTo>
                    <a:pt x="45593" y="171323"/>
                    <a:pt x="51435" y="161671"/>
                    <a:pt x="57658" y="152400"/>
                  </a:cubicBezTo>
                  <a:cubicBezTo>
                    <a:pt x="63881" y="143129"/>
                    <a:pt x="70612" y="133985"/>
                    <a:pt x="77724" y="125349"/>
                  </a:cubicBezTo>
                  <a:cubicBezTo>
                    <a:pt x="84836" y="116713"/>
                    <a:pt x="92456" y="108331"/>
                    <a:pt x="100457" y="100457"/>
                  </a:cubicBezTo>
                  <a:cubicBezTo>
                    <a:pt x="108458" y="92583"/>
                    <a:pt x="116713" y="84963"/>
                    <a:pt x="125349" y="77851"/>
                  </a:cubicBezTo>
                  <a:cubicBezTo>
                    <a:pt x="133985" y="70739"/>
                    <a:pt x="143002" y="64008"/>
                    <a:pt x="152400" y="57785"/>
                  </a:cubicBezTo>
                  <a:cubicBezTo>
                    <a:pt x="161798" y="51562"/>
                    <a:pt x="171323" y="45720"/>
                    <a:pt x="181229" y="40513"/>
                  </a:cubicBezTo>
                  <a:cubicBezTo>
                    <a:pt x="191135" y="35306"/>
                    <a:pt x="201295" y="30353"/>
                    <a:pt x="211709" y="26162"/>
                  </a:cubicBezTo>
                  <a:cubicBezTo>
                    <a:pt x="222123" y="21971"/>
                    <a:pt x="232664" y="18034"/>
                    <a:pt x="243332" y="14859"/>
                  </a:cubicBezTo>
                  <a:cubicBezTo>
                    <a:pt x="254000" y="11684"/>
                    <a:pt x="264922" y="8890"/>
                    <a:pt x="275971" y="6731"/>
                  </a:cubicBezTo>
                  <a:cubicBezTo>
                    <a:pt x="287020" y="4572"/>
                    <a:pt x="298069" y="2921"/>
                    <a:pt x="309245" y="1778"/>
                  </a:cubicBezTo>
                  <a:cubicBezTo>
                    <a:pt x="320421" y="635"/>
                    <a:pt x="331724" y="0"/>
                    <a:pt x="342900" y="0"/>
                  </a:cubicBezTo>
                  <a:lnTo>
                    <a:pt x="5029200" y="0"/>
                  </a:lnTo>
                  <a:lnTo>
                    <a:pt x="5029200" y="933450"/>
                  </a:lnTo>
                  <a:cubicBezTo>
                    <a:pt x="5029200" y="944626"/>
                    <a:pt x="5028692" y="955929"/>
                    <a:pt x="5027549" y="967105"/>
                  </a:cubicBezTo>
                  <a:cubicBezTo>
                    <a:pt x="5026406" y="978281"/>
                    <a:pt x="5024755" y="989330"/>
                    <a:pt x="5022596" y="1000379"/>
                  </a:cubicBezTo>
                  <a:cubicBezTo>
                    <a:pt x="5020437" y="1011428"/>
                    <a:pt x="5017643" y="1022223"/>
                    <a:pt x="5014468" y="1033018"/>
                  </a:cubicBezTo>
                  <a:cubicBezTo>
                    <a:pt x="5011293" y="1043813"/>
                    <a:pt x="5007483" y="1054354"/>
                    <a:pt x="5003164" y="1064641"/>
                  </a:cubicBezTo>
                  <a:cubicBezTo>
                    <a:pt x="4998846" y="1074928"/>
                    <a:pt x="4994020" y="1085215"/>
                    <a:pt x="4988813" y="1095121"/>
                  </a:cubicBezTo>
                  <a:cubicBezTo>
                    <a:pt x="4983606" y="1105027"/>
                    <a:pt x="4977764" y="1114679"/>
                    <a:pt x="4971542" y="1123950"/>
                  </a:cubicBezTo>
                  <a:cubicBezTo>
                    <a:pt x="4965319" y="1133221"/>
                    <a:pt x="4958588" y="1142238"/>
                    <a:pt x="4951476" y="1151001"/>
                  </a:cubicBezTo>
                  <a:cubicBezTo>
                    <a:pt x="4944364" y="1159764"/>
                    <a:pt x="4936871" y="1168019"/>
                    <a:pt x="4928870" y="1175893"/>
                  </a:cubicBezTo>
                  <a:cubicBezTo>
                    <a:pt x="4920869" y="1183767"/>
                    <a:pt x="4912614" y="1191387"/>
                    <a:pt x="4903978" y="1198499"/>
                  </a:cubicBezTo>
                  <a:cubicBezTo>
                    <a:pt x="4895342" y="1205611"/>
                    <a:pt x="4886325" y="1212342"/>
                    <a:pt x="4876927" y="1218565"/>
                  </a:cubicBezTo>
                  <a:cubicBezTo>
                    <a:pt x="4867529" y="1224788"/>
                    <a:pt x="4858004" y="1230630"/>
                    <a:pt x="4848098" y="1235837"/>
                  </a:cubicBezTo>
                  <a:cubicBezTo>
                    <a:pt x="4838192" y="1241044"/>
                    <a:pt x="4828032" y="1245870"/>
                    <a:pt x="4817618" y="1250188"/>
                  </a:cubicBezTo>
                  <a:cubicBezTo>
                    <a:pt x="4807204" y="1254506"/>
                    <a:pt x="4796663" y="1258316"/>
                    <a:pt x="4785995" y="1261491"/>
                  </a:cubicBezTo>
                  <a:cubicBezTo>
                    <a:pt x="4775327" y="1264666"/>
                    <a:pt x="4764405" y="1267460"/>
                    <a:pt x="4753356" y="1269619"/>
                  </a:cubicBezTo>
                  <a:cubicBezTo>
                    <a:pt x="4742307" y="1271778"/>
                    <a:pt x="4731258" y="1273429"/>
                    <a:pt x="4720082" y="1274572"/>
                  </a:cubicBezTo>
                  <a:cubicBezTo>
                    <a:pt x="4708906" y="1275715"/>
                    <a:pt x="4697730" y="1276223"/>
                    <a:pt x="4686427" y="1276223"/>
                  </a:cubicBezTo>
                  <a:lnTo>
                    <a:pt x="0" y="1276223"/>
                  </a:lnTo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6665141" y="2444089"/>
            <a:ext cx="5264990" cy="2906396"/>
            <a:chOff x="0" y="0"/>
            <a:chExt cx="3295650" cy="18192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95650" cy="1819275"/>
            </a:xfrm>
            <a:custGeom>
              <a:avLst/>
              <a:gdLst/>
              <a:ahLst/>
              <a:cxnLst/>
              <a:rect l="l" t="t" r="r" b="b"/>
              <a:pathLst>
                <a:path w="3295650" h="1819275">
                  <a:moveTo>
                    <a:pt x="0" y="1819275"/>
                  </a:moveTo>
                  <a:lnTo>
                    <a:pt x="0" y="342900"/>
                  </a:lnTo>
                  <a:cubicBezTo>
                    <a:pt x="0" y="331724"/>
                    <a:pt x="508" y="320421"/>
                    <a:pt x="1651" y="309245"/>
                  </a:cubicBezTo>
                  <a:cubicBezTo>
                    <a:pt x="2794" y="298069"/>
                    <a:pt x="4445" y="287020"/>
                    <a:pt x="6604" y="275971"/>
                  </a:cubicBezTo>
                  <a:cubicBezTo>
                    <a:pt x="8763" y="264922"/>
                    <a:pt x="11557" y="254127"/>
                    <a:pt x="14732" y="243332"/>
                  </a:cubicBezTo>
                  <a:cubicBezTo>
                    <a:pt x="17907" y="232537"/>
                    <a:pt x="21717" y="221996"/>
                    <a:pt x="26035" y="211709"/>
                  </a:cubicBezTo>
                  <a:cubicBezTo>
                    <a:pt x="30353" y="201422"/>
                    <a:pt x="35179" y="191135"/>
                    <a:pt x="40386" y="181229"/>
                  </a:cubicBezTo>
                  <a:cubicBezTo>
                    <a:pt x="45593" y="171323"/>
                    <a:pt x="51435" y="161671"/>
                    <a:pt x="57658" y="152400"/>
                  </a:cubicBezTo>
                  <a:cubicBezTo>
                    <a:pt x="63881" y="143129"/>
                    <a:pt x="70612" y="133985"/>
                    <a:pt x="77724" y="125349"/>
                  </a:cubicBezTo>
                  <a:cubicBezTo>
                    <a:pt x="84836" y="116713"/>
                    <a:pt x="92456" y="108331"/>
                    <a:pt x="100457" y="100457"/>
                  </a:cubicBezTo>
                  <a:cubicBezTo>
                    <a:pt x="108458" y="92583"/>
                    <a:pt x="116713" y="84963"/>
                    <a:pt x="125349" y="77851"/>
                  </a:cubicBezTo>
                  <a:cubicBezTo>
                    <a:pt x="133985" y="70739"/>
                    <a:pt x="143002" y="64008"/>
                    <a:pt x="152400" y="57785"/>
                  </a:cubicBezTo>
                  <a:cubicBezTo>
                    <a:pt x="161798" y="51562"/>
                    <a:pt x="171323" y="45847"/>
                    <a:pt x="181229" y="40513"/>
                  </a:cubicBezTo>
                  <a:cubicBezTo>
                    <a:pt x="191135" y="35179"/>
                    <a:pt x="201295" y="30353"/>
                    <a:pt x="211709" y="26162"/>
                  </a:cubicBezTo>
                  <a:cubicBezTo>
                    <a:pt x="222123" y="21971"/>
                    <a:pt x="232664" y="18034"/>
                    <a:pt x="243332" y="14859"/>
                  </a:cubicBezTo>
                  <a:cubicBezTo>
                    <a:pt x="254000" y="11684"/>
                    <a:pt x="264922" y="8890"/>
                    <a:pt x="275971" y="6731"/>
                  </a:cubicBezTo>
                  <a:cubicBezTo>
                    <a:pt x="287020" y="4572"/>
                    <a:pt x="298069" y="2921"/>
                    <a:pt x="309245" y="1778"/>
                  </a:cubicBezTo>
                  <a:cubicBezTo>
                    <a:pt x="320421" y="635"/>
                    <a:pt x="331724" y="0"/>
                    <a:pt x="342900" y="0"/>
                  </a:cubicBezTo>
                  <a:lnTo>
                    <a:pt x="3295650" y="0"/>
                  </a:lnTo>
                  <a:lnTo>
                    <a:pt x="3295650" y="1476375"/>
                  </a:lnTo>
                  <a:cubicBezTo>
                    <a:pt x="3295650" y="1487551"/>
                    <a:pt x="3295142" y="1498854"/>
                    <a:pt x="3293999" y="1510030"/>
                  </a:cubicBezTo>
                  <a:cubicBezTo>
                    <a:pt x="3292856" y="1521206"/>
                    <a:pt x="3291205" y="1532255"/>
                    <a:pt x="3289046" y="1543304"/>
                  </a:cubicBezTo>
                  <a:cubicBezTo>
                    <a:pt x="3286887" y="1554353"/>
                    <a:pt x="3284093" y="1565148"/>
                    <a:pt x="3280918" y="1575943"/>
                  </a:cubicBezTo>
                  <a:cubicBezTo>
                    <a:pt x="3277743" y="1586738"/>
                    <a:pt x="3273933" y="1597279"/>
                    <a:pt x="3269614" y="1607566"/>
                  </a:cubicBezTo>
                  <a:cubicBezTo>
                    <a:pt x="3265296" y="1617853"/>
                    <a:pt x="3260470" y="1628140"/>
                    <a:pt x="3255263" y="1638046"/>
                  </a:cubicBezTo>
                  <a:cubicBezTo>
                    <a:pt x="3250056" y="1647952"/>
                    <a:pt x="3244214" y="1657604"/>
                    <a:pt x="3237991" y="1666875"/>
                  </a:cubicBezTo>
                  <a:cubicBezTo>
                    <a:pt x="3231768" y="1676146"/>
                    <a:pt x="3225037" y="1685163"/>
                    <a:pt x="3217925" y="1693926"/>
                  </a:cubicBezTo>
                  <a:cubicBezTo>
                    <a:pt x="3210813" y="1702689"/>
                    <a:pt x="3203320" y="1710944"/>
                    <a:pt x="3195319" y="1718818"/>
                  </a:cubicBezTo>
                  <a:cubicBezTo>
                    <a:pt x="3187318" y="1726692"/>
                    <a:pt x="3179063" y="1734312"/>
                    <a:pt x="3170427" y="1741424"/>
                  </a:cubicBezTo>
                  <a:cubicBezTo>
                    <a:pt x="3161791" y="1748536"/>
                    <a:pt x="3152774" y="1755267"/>
                    <a:pt x="3143376" y="1761490"/>
                  </a:cubicBezTo>
                  <a:cubicBezTo>
                    <a:pt x="3133978" y="1767713"/>
                    <a:pt x="3124453" y="1773428"/>
                    <a:pt x="3114547" y="1778762"/>
                  </a:cubicBezTo>
                  <a:cubicBezTo>
                    <a:pt x="3104641" y="1784096"/>
                    <a:pt x="3094481" y="1788795"/>
                    <a:pt x="3084067" y="1793113"/>
                  </a:cubicBezTo>
                  <a:cubicBezTo>
                    <a:pt x="3073653" y="1797431"/>
                    <a:pt x="3063112" y="1801241"/>
                    <a:pt x="3052444" y="1804416"/>
                  </a:cubicBezTo>
                  <a:cubicBezTo>
                    <a:pt x="3041776" y="1807591"/>
                    <a:pt x="3030854" y="1810385"/>
                    <a:pt x="3019805" y="1812544"/>
                  </a:cubicBezTo>
                  <a:cubicBezTo>
                    <a:pt x="3008756" y="1814703"/>
                    <a:pt x="2997707" y="1816354"/>
                    <a:pt x="2986531" y="1817497"/>
                  </a:cubicBezTo>
                  <a:cubicBezTo>
                    <a:pt x="2975355" y="1818640"/>
                    <a:pt x="2964179" y="1819148"/>
                    <a:pt x="2952876" y="1819148"/>
                  </a:cubicBezTo>
                  <a:lnTo>
                    <a:pt x="0" y="1819148"/>
                  </a:lnTo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554852" y="6030651"/>
            <a:ext cx="8034436" cy="2039043"/>
            <a:chOff x="0" y="0"/>
            <a:chExt cx="5029200" cy="12763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29200" cy="1276350"/>
            </a:xfrm>
            <a:custGeom>
              <a:avLst/>
              <a:gdLst/>
              <a:ahLst/>
              <a:cxnLst/>
              <a:rect l="l" t="t" r="r" b="b"/>
              <a:pathLst>
                <a:path w="5029200" h="1276350">
                  <a:moveTo>
                    <a:pt x="0" y="1276350"/>
                  </a:moveTo>
                  <a:lnTo>
                    <a:pt x="0" y="342900"/>
                  </a:lnTo>
                  <a:cubicBezTo>
                    <a:pt x="0" y="331724"/>
                    <a:pt x="508" y="320421"/>
                    <a:pt x="1651" y="309245"/>
                  </a:cubicBezTo>
                  <a:cubicBezTo>
                    <a:pt x="2794" y="298069"/>
                    <a:pt x="4445" y="287020"/>
                    <a:pt x="6604" y="275971"/>
                  </a:cubicBezTo>
                  <a:cubicBezTo>
                    <a:pt x="8763" y="264922"/>
                    <a:pt x="11557" y="254127"/>
                    <a:pt x="14732" y="243332"/>
                  </a:cubicBezTo>
                  <a:cubicBezTo>
                    <a:pt x="17907" y="232537"/>
                    <a:pt x="21717" y="221996"/>
                    <a:pt x="26035" y="211709"/>
                  </a:cubicBezTo>
                  <a:cubicBezTo>
                    <a:pt x="30353" y="201422"/>
                    <a:pt x="35179" y="191135"/>
                    <a:pt x="40386" y="181229"/>
                  </a:cubicBezTo>
                  <a:cubicBezTo>
                    <a:pt x="45593" y="171323"/>
                    <a:pt x="51435" y="161671"/>
                    <a:pt x="57658" y="152400"/>
                  </a:cubicBezTo>
                  <a:cubicBezTo>
                    <a:pt x="63881" y="143129"/>
                    <a:pt x="70612" y="133985"/>
                    <a:pt x="77724" y="125349"/>
                  </a:cubicBezTo>
                  <a:cubicBezTo>
                    <a:pt x="84836" y="116713"/>
                    <a:pt x="92456" y="108331"/>
                    <a:pt x="100457" y="100457"/>
                  </a:cubicBezTo>
                  <a:cubicBezTo>
                    <a:pt x="108458" y="92583"/>
                    <a:pt x="116713" y="84963"/>
                    <a:pt x="125349" y="77851"/>
                  </a:cubicBezTo>
                  <a:cubicBezTo>
                    <a:pt x="133985" y="70739"/>
                    <a:pt x="143002" y="64008"/>
                    <a:pt x="152400" y="57785"/>
                  </a:cubicBezTo>
                  <a:cubicBezTo>
                    <a:pt x="161798" y="51562"/>
                    <a:pt x="171323" y="45720"/>
                    <a:pt x="181229" y="40513"/>
                  </a:cubicBezTo>
                  <a:cubicBezTo>
                    <a:pt x="191135" y="35306"/>
                    <a:pt x="201295" y="30353"/>
                    <a:pt x="211709" y="26162"/>
                  </a:cubicBezTo>
                  <a:cubicBezTo>
                    <a:pt x="222123" y="21971"/>
                    <a:pt x="232664" y="18034"/>
                    <a:pt x="243332" y="14859"/>
                  </a:cubicBezTo>
                  <a:cubicBezTo>
                    <a:pt x="254000" y="11684"/>
                    <a:pt x="264922" y="8890"/>
                    <a:pt x="275971" y="6731"/>
                  </a:cubicBezTo>
                  <a:cubicBezTo>
                    <a:pt x="287020" y="4572"/>
                    <a:pt x="298069" y="2921"/>
                    <a:pt x="309245" y="1778"/>
                  </a:cubicBezTo>
                  <a:cubicBezTo>
                    <a:pt x="320421" y="635"/>
                    <a:pt x="331724" y="0"/>
                    <a:pt x="342900" y="0"/>
                  </a:cubicBezTo>
                  <a:lnTo>
                    <a:pt x="5029200" y="0"/>
                  </a:lnTo>
                  <a:lnTo>
                    <a:pt x="5029200" y="933450"/>
                  </a:lnTo>
                  <a:cubicBezTo>
                    <a:pt x="5029200" y="944626"/>
                    <a:pt x="5028692" y="955929"/>
                    <a:pt x="5027549" y="967105"/>
                  </a:cubicBezTo>
                  <a:cubicBezTo>
                    <a:pt x="5026406" y="978281"/>
                    <a:pt x="5024755" y="989330"/>
                    <a:pt x="5022596" y="1000379"/>
                  </a:cubicBezTo>
                  <a:cubicBezTo>
                    <a:pt x="5020437" y="1011428"/>
                    <a:pt x="5017643" y="1022223"/>
                    <a:pt x="5014468" y="1033018"/>
                  </a:cubicBezTo>
                  <a:cubicBezTo>
                    <a:pt x="5011293" y="1043813"/>
                    <a:pt x="5007483" y="1054354"/>
                    <a:pt x="5003164" y="1064641"/>
                  </a:cubicBezTo>
                  <a:cubicBezTo>
                    <a:pt x="4998846" y="1074928"/>
                    <a:pt x="4994020" y="1085215"/>
                    <a:pt x="4988813" y="1095121"/>
                  </a:cubicBezTo>
                  <a:cubicBezTo>
                    <a:pt x="4983606" y="1105027"/>
                    <a:pt x="4977764" y="1114679"/>
                    <a:pt x="4971542" y="1123950"/>
                  </a:cubicBezTo>
                  <a:cubicBezTo>
                    <a:pt x="4965319" y="1133221"/>
                    <a:pt x="4958588" y="1142238"/>
                    <a:pt x="4951476" y="1151001"/>
                  </a:cubicBezTo>
                  <a:cubicBezTo>
                    <a:pt x="4944364" y="1159764"/>
                    <a:pt x="4936871" y="1168019"/>
                    <a:pt x="4928870" y="1175893"/>
                  </a:cubicBezTo>
                  <a:cubicBezTo>
                    <a:pt x="4920869" y="1183767"/>
                    <a:pt x="4912614" y="1191387"/>
                    <a:pt x="4903978" y="1198499"/>
                  </a:cubicBezTo>
                  <a:cubicBezTo>
                    <a:pt x="4895342" y="1205611"/>
                    <a:pt x="4886325" y="1212342"/>
                    <a:pt x="4876927" y="1218565"/>
                  </a:cubicBezTo>
                  <a:cubicBezTo>
                    <a:pt x="4867529" y="1224788"/>
                    <a:pt x="4858004" y="1230630"/>
                    <a:pt x="4848098" y="1235837"/>
                  </a:cubicBezTo>
                  <a:cubicBezTo>
                    <a:pt x="4838192" y="1241044"/>
                    <a:pt x="4828032" y="1245870"/>
                    <a:pt x="4817618" y="1250188"/>
                  </a:cubicBezTo>
                  <a:cubicBezTo>
                    <a:pt x="4807204" y="1254506"/>
                    <a:pt x="4796663" y="1258316"/>
                    <a:pt x="4785995" y="1261491"/>
                  </a:cubicBezTo>
                  <a:cubicBezTo>
                    <a:pt x="4775327" y="1264666"/>
                    <a:pt x="4764405" y="1267460"/>
                    <a:pt x="4753356" y="1269619"/>
                  </a:cubicBezTo>
                  <a:cubicBezTo>
                    <a:pt x="4742307" y="1271778"/>
                    <a:pt x="4731258" y="1273429"/>
                    <a:pt x="4720082" y="1274572"/>
                  </a:cubicBezTo>
                  <a:cubicBezTo>
                    <a:pt x="4708906" y="1275715"/>
                    <a:pt x="4697730" y="1276223"/>
                    <a:pt x="4686427" y="1276223"/>
                  </a:cubicBezTo>
                  <a:lnTo>
                    <a:pt x="0" y="1276223"/>
                  </a:lnTo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2324298" y="2522828"/>
            <a:ext cx="5264990" cy="2906396"/>
            <a:chOff x="0" y="0"/>
            <a:chExt cx="3295650" cy="1819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295650" cy="1819275"/>
            </a:xfrm>
            <a:custGeom>
              <a:avLst/>
              <a:gdLst/>
              <a:ahLst/>
              <a:cxnLst/>
              <a:rect l="l" t="t" r="r" b="b"/>
              <a:pathLst>
                <a:path w="3295650" h="1819275">
                  <a:moveTo>
                    <a:pt x="0" y="1819275"/>
                  </a:moveTo>
                  <a:lnTo>
                    <a:pt x="0" y="342900"/>
                  </a:lnTo>
                  <a:cubicBezTo>
                    <a:pt x="0" y="331724"/>
                    <a:pt x="508" y="320421"/>
                    <a:pt x="1651" y="309245"/>
                  </a:cubicBezTo>
                  <a:cubicBezTo>
                    <a:pt x="2794" y="298069"/>
                    <a:pt x="4445" y="287020"/>
                    <a:pt x="6604" y="275971"/>
                  </a:cubicBezTo>
                  <a:cubicBezTo>
                    <a:pt x="8763" y="264922"/>
                    <a:pt x="11557" y="254127"/>
                    <a:pt x="14732" y="243332"/>
                  </a:cubicBezTo>
                  <a:cubicBezTo>
                    <a:pt x="17907" y="232537"/>
                    <a:pt x="21717" y="221996"/>
                    <a:pt x="26035" y="211709"/>
                  </a:cubicBezTo>
                  <a:cubicBezTo>
                    <a:pt x="30353" y="201422"/>
                    <a:pt x="35179" y="191135"/>
                    <a:pt x="40386" y="181229"/>
                  </a:cubicBezTo>
                  <a:cubicBezTo>
                    <a:pt x="45593" y="171323"/>
                    <a:pt x="51435" y="161671"/>
                    <a:pt x="57658" y="152400"/>
                  </a:cubicBezTo>
                  <a:cubicBezTo>
                    <a:pt x="63881" y="143129"/>
                    <a:pt x="70612" y="133985"/>
                    <a:pt x="77724" y="125349"/>
                  </a:cubicBezTo>
                  <a:cubicBezTo>
                    <a:pt x="84836" y="116713"/>
                    <a:pt x="92456" y="108331"/>
                    <a:pt x="100457" y="100457"/>
                  </a:cubicBezTo>
                  <a:cubicBezTo>
                    <a:pt x="108458" y="92583"/>
                    <a:pt x="116713" y="84963"/>
                    <a:pt x="125349" y="77851"/>
                  </a:cubicBezTo>
                  <a:cubicBezTo>
                    <a:pt x="133985" y="70739"/>
                    <a:pt x="143002" y="64008"/>
                    <a:pt x="152400" y="57785"/>
                  </a:cubicBezTo>
                  <a:cubicBezTo>
                    <a:pt x="161798" y="51562"/>
                    <a:pt x="171323" y="45847"/>
                    <a:pt x="181229" y="40513"/>
                  </a:cubicBezTo>
                  <a:cubicBezTo>
                    <a:pt x="191135" y="35179"/>
                    <a:pt x="201295" y="30353"/>
                    <a:pt x="211709" y="26162"/>
                  </a:cubicBezTo>
                  <a:cubicBezTo>
                    <a:pt x="222123" y="21971"/>
                    <a:pt x="232664" y="18034"/>
                    <a:pt x="243332" y="14859"/>
                  </a:cubicBezTo>
                  <a:cubicBezTo>
                    <a:pt x="254000" y="11684"/>
                    <a:pt x="264922" y="8890"/>
                    <a:pt x="275971" y="6731"/>
                  </a:cubicBezTo>
                  <a:cubicBezTo>
                    <a:pt x="287020" y="4572"/>
                    <a:pt x="298069" y="2921"/>
                    <a:pt x="309245" y="1778"/>
                  </a:cubicBezTo>
                  <a:cubicBezTo>
                    <a:pt x="320421" y="635"/>
                    <a:pt x="331724" y="0"/>
                    <a:pt x="342900" y="0"/>
                  </a:cubicBezTo>
                  <a:lnTo>
                    <a:pt x="3295650" y="0"/>
                  </a:lnTo>
                  <a:lnTo>
                    <a:pt x="3295650" y="1476375"/>
                  </a:lnTo>
                  <a:cubicBezTo>
                    <a:pt x="3295650" y="1487551"/>
                    <a:pt x="3295142" y="1498854"/>
                    <a:pt x="3293999" y="1510030"/>
                  </a:cubicBezTo>
                  <a:cubicBezTo>
                    <a:pt x="3292856" y="1521206"/>
                    <a:pt x="3291205" y="1532255"/>
                    <a:pt x="3289046" y="1543304"/>
                  </a:cubicBezTo>
                  <a:cubicBezTo>
                    <a:pt x="3286887" y="1554353"/>
                    <a:pt x="3284093" y="1565148"/>
                    <a:pt x="3280918" y="1575943"/>
                  </a:cubicBezTo>
                  <a:cubicBezTo>
                    <a:pt x="3277743" y="1586738"/>
                    <a:pt x="3273933" y="1597279"/>
                    <a:pt x="3269614" y="1607566"/>
                  </a:cubicBezTo>
                  <a:cubicBezTo>
                    <a:pt x="3265296" y="1617853"/>
                    <a:pt x="3260470" y="1628140"/>
                    <a:pt x="3255263" y="1638046"/>
                  </a:cubicBezTo>
                  <a:cubicBezTo>
                    <a:pt x="3250056" y="1647952"/>
                    <a:pt x="3244214" y="1657604"/>
                    <a:pt x="3237991" y="1666875"/>
                  </a:cubicBezTo>
                  <a:cubicBezTo>
                    <a:pt x="3231768" y="1676146"/>
                    <a:pt x="3225037" y="1685163"/>
                    <a:pt x="3217925" y="1693926"/>
                  </a:cubicBezTo>
                  <a:cubicBezTo>
                    <a:pt x="3210813" y="1702689"/>
                    <a:pt x="3203320" y="1710944"/>
                    <a:pt x="3195319" y="1718818"/>
                  </a:cubicBezTo>
                  <a:cubicBezTo>
                    <a:pt x="3187318" y="1726692"/>
                    <a:pt x="3179063" y="1734312"/>
                    <a:pt x="3170427" y="1741424"/>
                  </a:cubicBezTo>
                  <a:cubicBezTo>
                    <a:pt x="3161791" y="1748536"/>
                    <a:pt x="3152774" y="1755267"/>
                    <a:pt x="3143376" y="1761490"/>
                  </a:cubicBezTo>
                  <a:cubicBezTo>
                    <a:pt x="3133978" y="1767713"/>
                    <a:pt x="3124453" y="1773428"/>
                    <a:pt x="3114547" y="1778762"/>
                  </a:cubicBezTo>
                  <a:cubicBezTo>
                    <a:pt x="3104641" y="1784096"/>
                    <a:pt x="3094481" y="1788795"/>
                    <a:pt x="3084067" y="1793113"/>
                  </a:cubicBezTo>
                  <a:cubicBezTo>
                    <a:pt x="3073653" y="1797431"/>
                    <a:pt x="3063112" y="1801241"/>
                    <a:pt x="3052444" y="1804416"/>
                  </a:cubicBezTo>
                  <a:cubicBezTo>
                    <a:pt x="3041776" y="1807591"/>
                    <a:pt x="3030854" y="1810385"/>
                    <a:pt x="3019805" y="1812544"/>
                  </a:cubicBezTo>
                  <a:cubicBezTo>
                    <a:pt x="3008756" y="1814703"/>
                    <a:pt x="2997707" y="1816354"/>
                    <a:pt x="2986531" y="1817497"/>
                  </a:cubicBezTo>
                  <a:cubicBezTo>
                    <a:pt x="2975355" y="1818640"/>
                    <a:pt x="2964179" y="1819148"/>
                    <a:pt x="2952876" y="1819148"/>
                  </a:cubicBezTo>
                  <a:lnTo>
                    <a:pt x="0" y="1819148"/>
                  </a:lnTo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4270475" y="579349"/>
            <a:ext cx="9478566" cy="869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80"/>
              </a:lnSpc>
            </a:pPr>
            <a:r>
              <a:rPr lang="en-US" sz="5129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Future Enhancements and Scope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62762" y="6233973"/>
            <a:ext cx="3077528" cy="59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8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AI Health Analysis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83883" y="7063015"/>
            <a:ext cx="74319" cy="545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5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62762" y="2767449"/>
            <a:ext cx="4196867" cy="230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Database Integration</a:t>
            </a:r>
          </a:p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Migrate from in-memory lists to robust databases like MySQL or PostgreSQL for persistent data storage.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10890" y="2681724"/>
            <a:ext cx="4636175" cy="58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7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Web Interface Development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11988" y="3877025"/>
            <a:ext cx="74319" cy="53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4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53255" y="6170039"/>
            <a:ext cx="3070146" cy="59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8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Advanced Security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15319" y="7063015"/>
            <a:ext cx="74319" cy="545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5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790218" y="2681724"/>
            <a:ext cx="3170277" cy="58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7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Mobile Application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552471" y="3877025"/>
            <a:ext cx="74319" cy="53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4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62762" y="6850027"/>
            <a:ext cx="7116806" cy="89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Incorporate AI-drivencapabilities for predictive health insights and personalised recommendations.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10890" y="3372682"/>
            <a:ext cx="4565979" cy="1349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Developa modern web application using Java Spring Boot for a richer user experience.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90218" y="3372682"/>
            <a:ext cx="3626525" cy="43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Introducededicatedmobile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790218" y="3835914"/>
            <a:ext cx="3697773" cy="1349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applications for enhanced accessibility and on-the-go management.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53255" y="6788839"/>
            <a:ext cx="7651671" cy="43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Implementsecureencryption protocols and cloud backup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53255" y="7248330"/>
            <a:ext cx="4885849" cy="43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solutions for utmost data protection.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28700" y="5676900"/>
            <a:ext cx="91300" cy="91300"/>
            <a:chOff x="0" y="0"/>
            <a:chExt cx="57150" cy="57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2926"/>
                    <a:pt x="2159" y="39497"/>
                  </a:cubicBezTo>
                  <a:cubicBezTo>
                    <a:pt x="635" y="36068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028700" y="6301600"/>
            <a:ext cx="91300" cy="91300"/>
            <a:chOff x="0" y="0"/>
            <a:chExt cx="57150" cy="57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028700" y="6839942"/>
            <a:ext cx="91300" cy="91300"/>
            <a:chOff x="0" y="0"/>
            <a:chExt cx="57150" cy="571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028700" y="7464642"/>
            <a:ext cx="91300" cy="91300"/>
            <a:chOff x="0" y="0"/>
            <a:chExt cx="57150" cy="571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972613" y="969551"/>
            <a:ext cx="16730082" cy="782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51"/>
              </a:lnSpc>
            </a:pPr>
            <a:r>
              <a:rPr lang="en-US" sz="5029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Conclusion: A Robust Foundation for Digital Healthcare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9341" y="2608228"/>
            <a:ext cx="74319" cy="60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2613" y="2770153"/>
            <a:ext cx="11573113" cy="52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1"/>
              </a:lnSpc>
            </a:pPr>
            <a:r>
              <a:rPr lang="en-US" sz="27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TheOnline Healthcare ManagementSystemoffersapowerful and scalable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2613" y="3211439"/>
            <a:ext cx="8612657" cy="1084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1"/>
              </a:lnSpc>
            </a:pPr>
            <a:r>
              <a:rPr lang="en-US" sz="27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framework for managing digital healthcare processes, making it an exemplary academic project.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4391495"/>
            <a:ext cx="2084308" cy="78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1"/>
              </a:lnSpc>
            </a:pPr>
            <a:r>
              <a:rPr lang="en-US" sz="2856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References: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8261" y="5122486"/>
            <a:ext cx="9982903" cy="258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1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Java Official Documentation</a:t>
            </a:r>
          </a:p>
          <a:p>
            <a:pPr algn="l">
              <a:lnSpc>
                <a:spcPts val="3551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Object-Oriented Programming (OOP) Concepts</a:t>
            </a:r>
          </a:p>
          <a:p>
            <a:pPr algn="l">
              <a:lnSpc>
                <a:spcPts val="6391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Healthcare Workflow Standards</a:t>
            </a:r>
          </a:p>
          <a:p>
            <a:pPr algn="l">
              <a:lnSpc>
                <a:spcPts val="3551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Project Design Best Practices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2613" y="7688658"/>
            <a:ext cx="16286687" cy="1719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1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This system lays the groundwork for future innovations in healthcare </a:t>
            </a:r>
          </a:p>
          <a:p>
            <a:pPr algn="l">
              <a:lnSpc>
                <a:spcPts val="1845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technology, providing a solid platform for further development and real-</a:t>
            </a:r>
          </a:p>
          <a:p>
            <a:pPr algn="l">
              <a:lnSpc>
                <a:spcPts val="6107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world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671</Words>
  <Application>Microsoft Office PowerPoint</Application>
  <PresentationFormat>Custom</PresentationFormat>
  <Paragraphs>164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PT Serif</vt:lpstr>
      <vt:lpstr>DM Sans</vt:lpstr>
      <vt:lpstr>PT Serif Bold</vt:lpstr>
      <vt:lpstr>Calibri (MS)</vt:lpstr>
      <vt:lpstr>Calibri</vt:lpstr>
      <vt:lpstr>DM Sans Bold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</dc:title>
  <cp:lastModifiedBy>hp</cp:lastModifiedBy>
  <cp:revision>4</cp:revision>
  <dcterms:created xsi:type="dcterms:W3CDTF">2006-08-16T00:00:00Z</dcterms:created>
  <dcterms:modified xsi:type="dcterms:W3CDTF">2025-12-05T16:32:17Z</dcterms:modified>
  <dc:identifier>DAG5dPJLjjo</dc:identifier>
</cp:coreProperties>
</file>